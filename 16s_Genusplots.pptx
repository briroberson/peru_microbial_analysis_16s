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9144000" cy="6858000" type="screen4x3"/>
  <p:notesSz cx="6858000" cy="9144000"/>
  <p:custDataLst>
    <p:tags r:id="rId5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70" d="100"/>
          <a:sy n="70" d="100"/>
        </p:scale>
        <p:origin x="1180" y="5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tags" Target="tags/tag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07/04/2026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07/04/2026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07/04/2026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07/04/2026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07/04/2026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07/04/2026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07/04/2026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07/04/2026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914400" y="914400"/>
            <a:ext cx="6647688" cy="4471416"/>
            <a:chOff x="914400" y="914400"/>
            <a:chExt cx="3657600" cy="2743200"/>
          </a:xfrm>
        </p:grpSpPr>
        <p:sp>
          <p:nvSpPr>
            <p:cNvPr id="3" name="rc3"/>
            <p:cNvSpPr/>
            <p:nvPr/>
          </p:nvSpPr>
          <p:spPr>
            <a:xfrm>
              <a:off x="914400" y="914400"/>
              <a:ext cx="3657600" cy="27432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" name="rc4"/>
            <p:cNvSpPr/>
            <p:nvPr/>
          </p:nvSpPr>
          <p:spPr>
            <a:xfrm>
              <a:off x="914400" y="914400"/>
              <a:ext cx="3657600" cy="27432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" name="rc5"/>
            <p:cNvSpPr/>
            <p:nvPr/>
          </p:nvSpPr>
          <p:spPr>
            <a:xfrm>
              <a:off x="1598750" y="1423116"/>
              <a:ext cx="1014982" cy="1983578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6" name="pl6"/>
            <p:cNvSpPr/>
            <p:nvPr/>
          </p:nvSpPr>
          <p:spPr>
            <a:xfrm>
              <a:off x="1598750" y="3036717"/>
              <a:ext cx="1014982" cy="0"/>
            </a:xfrm>
            <a:custGeom>
              <a:avLst/>
              <a:gdLst/>
              <a:ahLst/>
              <a:cxnLst/>
              <a:rect l="0" t="0" r="0" b="0"/>
              <a:pathLst>
                <a:path w="1014982">
                  <a:moveTo>
                    <a:pt x="0" y="0"/>
                  </a:moveTo>
                  <a:lnTo>
                    <a:pt x="1014982" y="0"/>
                  </a:lnTo>
                  <a:lnTo>
                    <a:pt x="1014982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" name="pl7"/>
            <p:cNvSpPr/>
            <p:nvPr/>
          </p:nvSpPr>
          <p:spPr>
            <a:xfrm>
              <a:off x="1598750" y="2518540"/>
              <a:ext cx="1014982" cy="0"/>
            </a:xfrm>
            <a:custGeom>
              <a:avLst/>
              <a:gdLst/>
              <a:ahLst/>
              <a:cxnLst/>
              <a:rect l="0" t="0" r="0" b="0"/>
              <a:pathLst>
                <a:path w="1014982">
                  <a:moveTo>
                    <a:pt x="0" y="0"/>
                  </a:moveTo>
                  <a:lnTo>
                    <a:pt x="1014982" y="0"/>
                  </a:lnTo>
                  <a:lnTo>
                    <a:pt x="1014982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" name="pl8"/>
            <p:cNvSpPr/>
            <p:nvPr/>
          </p:nvSpPr>
          <p:spPr>
            <a:xfrm>
              <a:off x="1598750" y="2000364"/>
              <a:ext cx="1014982" cy="0"/>
            </a:xfrm>
            <a:custGeom>
              <a:avLst/>
              <a:gdLst/>
              <a:ahLst/>
              <a:cxnLst/>
              <a:rect l="0" t="0" r="0" b="0"/>
              <a:pathLst>
                <a:path w="1014982">
                  <a:moveTo>
                    <a:pt x="0" y="0"/>
                  </a:moveTo>
                  <a:lnTo>
                    <a:pt x="1014982" y="0"/>
                  </a:lnTo>
                  <a:lnTo>
                    <a:pt x="1014982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" name="pl9"/>
            <p:cNvSpPr/>
            <p:nvPr/>
          </p:nvSpPr>
          <p:spPr>
            <a:xfrm>
              <a:off x="1598750" y="1482188"/>
              <a:ext cx="1014982" cy="0"/>
            </a:xfrm>
            <a:custGeom>
              <a:avLst/>
              <a:gdLst/>
              <a:ahLst/>
              <a:cxnLst/>
              <a:rect l="0" t="0" r="0" b="0"/>
              <a:pathLst>
                <a:path w="1014982">
                  <a:moveTo>
                    <a:pt x="0" y="0"/>
                  </a:moveTo>
                  <a:lnTo>
                    <a:pt x="1014982" y="0"/>
                  </a:lnTo>
                  <a:lnTo>
                    <a:pt x="1014982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" name="pl10"/>
            <p:cNvSpPr/>
            <p:nvPr/>
          </p:nvSpPr>
          <p:spPr>
            <a:xfrm>
              <a:off x="1598750" y="3295805"/>
              <a:ext cx="1014982" cy="0"/>
            </a:xfrm>
            <a:custGeom>
              <a:avLst/>
              <a:gdLst/>
              <a:ahLst/>
              <a:cxnLst/>
              <a:rect l="0" t="0" r="0" b="0"/>
              <a:pathLst>
                <a:path w="1014982">
                  <a:moveTo>
                    <a:pt x="0" y="0"/>
                  </a:moveTo>
                  <a:lnTo>
                    <a:pt x="1014982" y="0"/>
                  </a:lnTo>
                  <a:lnTo>
                    <a:pt x="1014982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" name="pl11"/>
            <p:cNvSpPr/>
            <p:nvPr/>
          </p:nvSpPr>
          <p:spPr>
            <a:xfrm>
              <a:off x="1598750" y="2777629"/>
              <a:ext cx="1014982" cy="0"/>
            </a:xfrm>
            <a:custGeom>
              <a:avLst/>
              <a:gdLst/>
              <a:ahLst/>
              <a:cxnLst/>
              <a:rect l="0" t="0" r="0" b="0"/>
              <a:pathLst>
                <a:path w="1014982">
                  <a:moveTo>
                    <a:pt x="0" y="0"/>
                  </a:moveTo>
                  <a:lnTo>
                    <a:pt x="1014982" y="0"/>
                  </a:lnTo>
                  <a:lnTo>
                    <a:pt x="1014982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" name="pl12"/>
            <p:cNvSpPr/>
            <p:nvPr/>
          </p:nvSpPr>
          <p:spPr>
            <a:xfrm>
              <a:off x="1598750" y="2259452"/>
              <a:ext cx="1014982" cy="0"/>
            </a:xfrm>
            <a:custGeom>
              <a:avLst/>
              <a:gdLst/>
              <a:ahLst/>
              <a:cxnLst/>
              <a:rect l="0" t="0" r="0" b="0"/>
              <a:pathLst>
                <a:path w="1014982">
                  <a:moveTo>
                    <a:pt x="0" y="0"/>
                  </a:moveTo>
                  <a:lnTo>
                    <a:pt x="1014982" y="0"/>
                  </a:lnTo>
                  <a:lnTo>
                    <a:pt x="1014982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" name="pl13"/>
            <p:cNvSpPr/>
            <p:nvPr/>
          </p:nvSpPr>
          <p:spPr>
            <a:xfrm>
              <a:off x="1598750" y="1741276"/>
              <a:ext cx="1014982" cy="0"/>
            </a:xfrm>
            <a:custGeom>
              <a:avLst/>
              <a:gdLst/>
              <a:ahLst/>
              <a:cxnLst/>
              <a:rect l="0" t="0" r="0" b="0"/>
              <a:pathLst>
                <a:path w="1014982">
                  <a:moveTo>
                    <a:pt x="0" y="0"/>
                  </a:moveTo>
                  <a:lnTo>
                    <a:pt x="1014982" y="0"/>
                  </a:lnTo>
                  <a:lnTo>
                    <a:pt x="1014982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" name="pl14"/>
            <p:cNvSpPr/>
            <p:nvPr/>
          </p:nvSpPr>
          <p:spPr>
            <a:xfrm>
              <a:off x="1875564" y="1423116"/>
              <a:ext cx="0" cy="1983578"/>
            </a:xfrm>
            <a:custGeom>
              <a:avLst/>
              <a:gdLst/>
              <a:ahLst/>
              <a:cxnLst/>
              <a:rect l="0" t="0" r="0" b="0"/>
              <a:pathLst>
                <a:path h="1983578">
                  <a:moveTo>
                    <a:pt x="0" y="198357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" name="pl15"/>
            <p:cNvSpPr/>
            <p:nvPr/>
          </p:nvSpPr>
          <p:spPr>
            <a:xfrm>
              <a:off x="2336919" y="1423116"/>
              <a:ext cx="0" cy="1983578"/>
            </a:xfrm>
            <a:custGeom>
              <a:avLst/>
              <a:gdLst/>
              <a:ahLst/>
              <a:cxnLst/>
              <a:rect l="0" t="0" r="0" b="0"/>
              <a:pathLst>
                <a:path h="1983578">
                  <a:moveTo>
                    <a:pt x="0" y="198357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" name="pl16"/>
            <p:cNvSpPr/>
            <p:nvPr/>
          </p:nvSpPr>
          <p:spPr>
            <a:xfrm>
              <a:off x="1875564" y="2404542"/>
              <a:ext cx="0" cy="49226"/>
            </a:xfrm>
            <a:custGeom>
              <a:avLst/>
              <a:gdLst/>
              <a:ahLst/>
              <a:cxnLst/>
              <a:rect l="0" t="0" r="0" b="0"/>
              <a:pathLst>
                <a:path h="49226">
                  <a:moveTo>
                    <a:pt x="0" y="49226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" name="pl17"/>
            <p:cNvSpPr/>
            <p:nvPr/>
          </p:nvSpPr>
          <p:spPr>
            <a:xfrm>
              <a:off x="1875564" y="2834628"/>
              <a:ext cx="0" cy="56999"/>
            </a:xfrm>
            <a:custGeom>
              <a:avLst/>
              <a:gdLst/>
              <a:ahLst/>
              <a:cxnLst/>
              <a:rect l="0" t="0" r="0" b="0"/>
              <a:pathLst>
                <a:path h="56999">
                  <a:moveTo>
                    <a:pt x="0" y="0"/>
                  </a:moveTo>
                  <a:lnTo>
                    <a:pt x="0" y="56999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" name="pg18"/>
            <p:cNvSpPr/>
            <p:nvPr/>
          </p:nvSpPr>
          <p:spPr>
            <a:xfrm>
              <a:off x="1702555" y="2453768"/>
              <a:ext cx="346016" cy="380859"/>
            </a:xfrm>
            <a:custGeom>
              <a:avLst/>
              <a:gdLst/>
              <a:ahLst/>
              <a:cxnLst/>
              <a:rect l="0" t="0" r="0" b="0"/>
              <a:pathLst>
                <a:path w="346016" h="380859">
                  <a:moveTo>
                    <a:pt x="0" y="0"/>
                  </a:moveTo>
                  <a:lnTo>
                    <a:pt x="0" y="380859"/>
                  </a:lnTo>
                  <a:lnTo>
                    <a:pt x="346016" y="380859"/>
                  </a:lnTo>
                  <a:lnTo>
                    <a:pt x="346016" y="0"/>
                  </a:lnTo>
                  <a:close/>
                </a:path>
              </a:pathLst>
            </a:custGeom>
            <a:solidFill>
              <a:srgbClr val="00CDCD">
                <a:alpha val="50196"/>
              </a:srgbClr>
            </a:solidFill>
            <a:ln w="13550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" name="pl19"/>
            <p:cNvSpPr/>
            <p:nvPr/>
          </p:nvSpPr>
          <p:spPr>
            <a:xfrm>
              <a:off x="1702555" y="2710266"/>
              <a:ext cx="346016" cy="0"/>
            </a:xfrm>
            <a:custGeom>
              <a:avLst/>
              <a:gdLst/>
              <a:ahLst/>
              <a:cxnLst/>
              <a:rect l="0" t="0" r="0" b="0"/>
              <a:pathLst>
                <a:path w="346016">
                  <a:moveTo>
                    <a:pt x="0" y="0"/>
                  </a:moveTo>
                  <a:lnTo>
                    <a:pt x="346016" y="0"/>
                  </a:lnTo>
                </a:path>
              </a:pathLst>
            </a:custGeom>
            <a:ln w="27101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" name="pt20"/>
            <p:cNvSpPr/>
            <p:nvPr/>
          </p:nvSpPr>
          <p:spPr>
            <a:xfrm>
              <a:off x="2312094" y="2524805"/>
              <a:ext cx="49651" cy="49651"/>
            </a:xfrm>
            <a:prstGeom prst="ellipse">
              <a:avLst/>
            </a:prstGeom>
            <a:solidFill>
              <a:srgbClr val="333333">
                <a:alpha val="50196"/>
              </a:srgbClr>
            </a:solidFill>
            <a:ln w="9000" cap="rnd">
              <a:solidFill>
                <a:srgbClr val="33333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" name="pl21"/>
            <p:cNvSpPr/>
            <p:nvPr/>
          </p:nvSpPr>
          <p:spPr>
            <a:xfrm>
              <a:off x="2336919" y="1813821"/>
              <a:ext cx="0" cy="67362"/>
            </a:xfrm>
            <a:custGeom>
              <a:avLst/>
              <a:gdLst/>
              <a:ahLst/>
              <a:cxnLst/>
              <a:rect l="0" t="0" r="0" b="0"/>
              <a:pathLst>
                <a:path h="67362">
                  <a:moveTo>
                    <a:pt x="0" y="67362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" name="pl22"/>
            <p:cNvSpPr/>
            <p:nvPr/>
          </p:nvSpPr>
          <p:spPr>
            <a:xfrm>
              <a:off x="2336919" y="2122136"/>
              <a:ext cx="0" cy="23317"/>
            </a:xfrm>
            <a:custGeom>
              <a:avLst/>
              <a:gdLst/>
              <a:ahLst/>
              <a:cxnLst/>
              <a:rect l="0" t="0" r="0" b="0"/>
              <a:pathLst>
                <a:path h="23317">
                  <a:moveTo>
                    <a:pt x="0" y="0"/>
                  </a:moveTo>
                  <a:lnTo>
                    <a:pt x="0" y="23317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" name="pg23"/>
            <p:cNvSpPr/>
            <p:nvPr/>
          </p:nvSpPr>
          <p:spPr>
            <a:xfrm>
              <a:off x="2163911" y="1881184"/>
              <a:ext cx="346016" cy="240951"/>
            </a:xfrm>
            <a:custGeom>
              <a:avLst/>
              <a:gdLst/>
              <a:ahLst/>
              <a:cxnLst/>
              <a:rect l="0" t="0" r="0" b="0"/>
              <a:pathLst>
                <a:path w="346016" h="240951">
                  <a:moveTo>
                    <a:pt x="0" y="0"/>
                  </a:moveTo>
                  <a:lnTo>
                    <a:pt x="0" y="240951"/>
                  </a:lnTo>
                  <a:lnTo>
                    <a:pt x="346016" y="240951"/>
                  </a:lnTo>
                  <a:lnTo>
                    <a:pt x="346016" y="0"/>
                  </a:lnTo>
                  <a:close/>
                </a:path>
              </a:pathLst>
            </a:custGeom>
            <a:solidFill>
              <a:srgbClr val="7D26CD">
                <a:alpha val="50196"/>
              </a:srgbClr>
            </a:solidFill>
            <a:ln w="13550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" name="pl24"/>
            <p:cNvSpPr/>
            <p:nvPr/>
          </p:nvSpPr>
          <p:spPr>
            <a:xfrm>
              <a:off x="2163911" y="1922638"/>
              <a:ext cx="346016" cy="0"/>
            </a:xfrm>
            <a:custGeom>
              <a:avLst/>
              <a:gdLst/>
              <a:ahLst/>
              <a:cxnLst/>
              <a:rect l="0" t="0" r="0" b="0"/>
              <a:pathLst>
                <a:path w="346016">
                  <a:moveTo>
                    <a:pt x="0" y="0"/>
                  </a:moveTo>
                  <a:lnTo>
                    <a:pt x="346016" y="0"/>
                  </a:lnTo>
                </a:path>
              </a:pathLst>
            </a:custGeom>
            <a:ln w="27101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5" name="pt25"/>
            <p:cNvSpPr/>
            <p:nvPr/>
          </p:nvSpPr>
          <p:spPr>
            <a:xfrm>
              <a:off x="1830412" y="2566660"/>
              <a:ext cx="90303" cy="90303"/>
            </a:xfrm>
            <a:prstGeom prst="ellipse">
              <a:avLst/>
            </a:prstGeom>
            <a:solidFill>
              <a:srgbClr val="CDCDCD">
                <a:alpha val="69803"/>
              </a:srgbClr>
            </a:solidFill>
            <a:ln w="9000" cap="rnd">
              <a:solidFill>
                <a:srgbClr val="CDCDCD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6" name="pt26"/>
            <p:cNvSpPr/>
            <p:nvPr/>
          </p:nvSpPr>
          <p:spPr>
            <a:xfrm>
              <a:off x="1830412" y="2359390"/>
              <a:ext cx="90303" cy="90303"/>
            </a:xfrm>
            <a:prstGeom prst="ellipse">
              <a:avLst/>
            </a:prstGeom>
            <a:solidFill>
              <a:srgbClr val="CDCDCD">
                <a:alpha val="69803"/>
              </a:srgbClr>
            </a:solidFill>
            <a:ln w="9000" cap="rnd">
              <a:solidFill>
                <a:srgbClr val="CDCDCD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7" name="pt27"/>
            <p:cNvSpPr/>
            <p:nvPr/>
          </p:nvSpPr>
          <p:spPr>
            <a:xfrm>
              <a:off x="2291768" y="1841214"/>
              <a:ext cx="90303" cy="90303"/>
            </a:xfrm>
            <a:prstGeom prst="ellipse">
              <a:avLst/>
            </a:prstGeom>
            <a:solidFill>
              <a:srgbClr val="CDCDCD">
                <a:alpha val="69803"/>
              </a:srgbClr>
            </a:solidFill>
            <a:ln w="9000" cap="rnd">
              <a:solidFill>
                <a:srgbClr val="CDCDCD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8" name="pt28"/>
            <p:cNvSpPr/>
            <p:nvPr/>
          </p:nvSpPr>
          <p:spPr>
            <a:xfrm>
              <a:off x="2291768" y="1872304"/>
              <a:ext cx="90303" cy="90303"/>
            </a:xfrm>
            <a:prstGeom prst="ellipse">
              <a:avLst/>
            </a:prstGeom>
            <a:solidFill>
              <a:srgbClr val="CDCDCD">
                <a:alpha val="69803"/>
              </a:srgbClr>
            </a:solidFill>
            <a:ln w="9000" cap="rnd">
              <a:solidFill>
                <a:srgbClr val="CDCDCD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9" name="pt29"/>
            <p:cNvSpPr/>
            <p:nvPr/>
          </p:nvSpPr>
          <p:spPr>
            <a:xfrm>
              <a:off x="1830412" y="2421571"/>
              <a:ext cx="90303" cy="90303"/>
            </a:xfrm>
            <a:prstGeom prst="ellipse">
              <a:avLst/>
            </a:prstGeom>
            <a:solidFill>
              <a:srgbClr val="9C9C9C">
                <a:alpha val="69803"/>
              </a:srgbClr>
            </a:solidFill>
            <a:ln w="9000" cap="rnd">
              <a:solidFill>
                <a:srgbClr val="9C9C9C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0" name="pt30"/>
            <p:cNvSpPr/>
            <p:nvPr/>
          </p:nvSpPr>
          <p:spPr>
            <a:xfrm>
              <a:off x="1830412" y="2369753"/>
              <a:ext cx="90303" cy="90303"/>
            </a:xfrm>
            <a:prstGeom prst="ellipse">
              <a:avLst/>
            </a:prstGeom>
            <a:solidFill>
              <a:srgbClr val="9C9C9C">
                <a:alpha val="69803"/>
              </a:srgbClr>
            </a:solidFill>
            <a:ln w="9000" cap="rnd">
              <a:solidFill>
                <a:srgbClr val="9C9C9C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1" name="pt31"/>
            <p:cNvSpPr/>
            <p:nvPr/>
          </p:nvSpPr>
          <p:spPr>
            <a:xfrm>
              <a:off x="2291768" y="1882668"/>
              <a:ext cx="90303" cy="90303"/>
            </a:xfrm>
            <a:prstGeom prst="ellipse">
              <a:avLst/>
            </a:prstGeom>
            <a:solidFill>
              <a:srgbClr val="9C9C9C">
                <a:alpha val="69803"/>
              </a:srgbClr>
            </a:solidFill>
            <a:ln w="9000" cap="rnd">
              <a:solidFill>
                <a:srgbClr val="9C9C9C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2" name="pt32"/>
            <p:cNvSpPr/>
            <p:nvPr/>
          </p:nvSpPr>
          <p:spPr>
            <a:xfrm>
              <a:off x="2291768" y="1768669"/>
              <a:ext cx="90303" cy="90303"/>
            </a:xfrm>
            <a:prstGeom prst="ellipse">
              <a:avLst/>
            </a:prstGeom>
            <a:solidFill>
              <a:srgbClr val="9C9C9C">
                <a:alpha val="69803"/>
              </a:srgbClr>
            </a:solidFill>
            <a:ln w="9000" cap="rnd">
              <a:solidFill>
                <a:srgbClr val="9C9C9C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3" name="pt33"/>
            <p:cNvSpPr/>
            <p:nvPr/>
          </p:nvSpPr>
          <p:spPr>
            <a:xfrm>
              <a:off x="1830412" y="2784294"/>
              <a:ext cx="90303" cy="90303"/>
            </a:xfrm>
            <a:prstGeom prst="ellipse">
              <a:avLst/>
            </a:prstGeom>
            <a:solidFill>
              <a:srgbClr val="BCBCBC">
                <a:alpha val="69803"/>
              </a:srgbClr>
            </a:solidFill>
            <a:ln w="9000" cap="rnd">
              <a:solidFill>
                <a:srgbClr val="BCBCBC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4" name="pt34"/>
            <p:cNvSpPr/>
            <p:nvPr/>
          </p:nvSpPr>
          <p:spPr>
            <a:xfrm>
              <a:off x="1830412" y="2805021"/>
              <a:ext cx="90303" cy="90303"/>
            </a:xfrm>
            <a:prstGeom prst="ellipse">
              <a:avLst/>
            </a:prstGeom>
            <a:solidFill>
              <a:srgbClr val="BCBCBC">
                <a:alpha val="69803"/>
              </a:srgbClr>
            </a:solidFill>
            <a:ln w="9000" cap="rnd">
              <a:solidFill>
                <a:srgbClr val="BCBCBC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5" name="pt35"/>
            <p:cNvSpPr/>
            <p:nvPr/>
          </p:nvSpPr>
          <p:spPr>
            <a:xfrm>
              <a:off x="2291768" y="2504479"/>
              <a:ext cx="90303" cy="90303"/>
            </a:xfrm>
            <a:prstGeom prst="ellipse">
              <a:avLst/>
            </a:prstGeom>
            <a:solidFill>
              <a:srgbClr val="BCBCBC">
                <a:alpha val="69803"/>
              </a:srgbClr>
            </a:solidFill>
            <a:ln w="9000" cap="rnd">
              <a:solidFill>
                <a:srgbClr val="BCBCBC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6" name="pt36"/>
            <p:cNvSpPr/>
            <p:nvPr/>
          </p:nvSpPr>
          <p:spPr>
            <a:xfrm>
              <a:off x="2291768" y="2069211"/>
              <a:ext cx="90303" cy="90303"/>
            </a:xfrm>
            <a:prstGeom prst="ellipse">
              <a:avLst/>
            </a:prstGeom>
            <a:solidFill>
              <a:srgbClr val="BCBCBC">
                <a:alpha val="69803"/>
              </a:srgbClr>
            </a:solidFill>
            <a:ln w="9000" cap="rnd">
              <a:solidFill>
                <a:srgbClr val="BCBCBC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7" name="pt37"/>
            <p:cNvSpPr/>
            <p:nvPr/>
          </p:nvSpPr>
          <p:spPr>
            <a:xfrm>
              <a:off x="1830412" y="2846475"/>
              <a:ext cx="90303" cy="90303"/>
            </a:xfrm>
            <a:prstGeom prst="ellipse">
              <a:avLst/>
            </a:prstGeom>
            <a:solidFill>
              <a:srgbClr val="D3D3D3">
                <a:alpha val="69803"/>
              </a:srgbClr>
            </a:solidFill>
            <a:ln w="9000" cap="rnd">
              <a:solidFill>
                <a:srgbClr val="D3D3D3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8" name="pt38"/>
            <p:cNvSpPr/>
            <p:nvPr/>
          </p:nvSpPr>
          <p:spPr>
            <a:xfrm>
              <a:off x="1830412" y="2763567"/>
              <a:ext cx="90303" cy="90303"/>
            </a:xfrm>
            <a:prstGeom prst="ellipse">
              <a:avLst/>
            </a:prstGeom>
            <a:solidFill>
              <a:srgbClr val="D3D3D3">
                <a:alpha val="69803"/>
              </a:srgbClr>
            </a:solidFill>
            <a:ln w="9000" cap="rnd">
              <a:solidFill>
                <a:srgbClr val="D3D3D3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9" name="pt39"/>
            <p:cNvSpPr/>
            <p:nvPr/>
          </p:nvSpPr>
          <p:spPr>
            <a:xfrm>
              <a:off x="2291768" y="1820487"/>
              <a:ext cx="90303" cy="90303"/>
            </a:xfrm>
            <a:prstGeom prst="ellipse">
              <a:avLst/>
            </a:prstGeom>
            <a:solidFill>
              <a:srgbClr val="D3D3D3">
                <a:alpha val="69803"/>
              </a:srgbClr>
            </a:solidFill>
            <a:ln w="9000" cap="rnd">
              <a:solidFill>
                <a:srgbClr val="D3D3D3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0" name="pt40"/>
            <p:cNvSpPr/>
            <p:nvPr/>
          </p:nvSpPr>
          <p:spPr>
            <a:xfrm>
              <a:off x="2291768" y="2100302"/>
              <a:ext cx="90303" cy="90303"/>
            </a:xfrm>
            <a:prstGeom prst="ellipse">
              <a:avLst/>
            </a:prstGeom>
            <a:solidFill>
              <a:srgbClr val="D3D3D3">
                <a:alpha val="69803"/>
              </a:srgbClr>
            </a:solidFill>
            <a:ln w="9000" cap="rnd">
              <a:solidFill>
                <a:srgbClr val="D3D3D3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1" name="rc41"/>
            <p:cNvSpPr/>
            <p:nvPr/>
          </p:nvSpPr>
          <p:spPr>
            <a:xfrm>
              <a:off x="1598750" y="1423116"/>
              <a:ext cx="1014982" cy="1983578"/>
            </a:xfrm>
            <a:prstGeom prst="rect">
              <a:avLst/>
            </a:prstGeom>
            <a:noFill/>
            <a:ln w="1355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2" name="rc42"/>
            <p:cNvSpPr/>
            <p:nvPr/>
          </p:nvSpPr>
          <p:spPr>
            <a:xfrm>
              <a:off x="2683322" y="1423116"/>
              <a:ext cx="1014982" cy="1983578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43" name="pl43"/>
            <p:cNvSpPr/>
            <p:nvPr/>
          </p:nvSpPr>
          <p:spPr>
            <a:xfrm>
              <a:off x="2683322" y="3036717"/>
              <a:ext cx="1014982" cy="0"/>
            </a:xfrm>
            <a:custGeom>
              <a:avLst/>
              <a:gdLst/>
              <a:ahLst/>
              <a:cxnLst/>
              <a:rect l="0" t="0" r="0" b="0"/>
              <a:pathLst>
                <a:path w="1014982">
                  <a:moveTo>
                    <a:pt x="0" y="0"/>
                  </a:moveTo>
                  <a:lnTo>
                    <a:pt x="1014982" y="0"/>
                  </a:lnTo>
                  <a:lnTo>
                    <a:pt x="1014982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4" name="pl44"/>
            <p:cNvSpPr/>
            <p:nvPr/>
          </p:nvSpPr>
          <p:spPr>
            <a:xfrm>
              <a:off x="2683322" y="2518540"/>
              <a:ext cx="1014982" cy="0"/>
            </a:xfrm>
            <a:custGeom>
              <a:avLst/>
              <a:gdLst/>
              <a:ahLst/>
              <a:cxnLst/>
              <a:rect l="0" t="0" r="0" b="0"/>
              <a:pathLst>
                <a:path w="1014982">
                  <a:moveTo>
                    <a:pt x="0" y="0"/>
                  </a:moveTo>
                  <a:lnTo>
                    <a:pt x="1014982" y="0"/>
                  </a:lnTo>
                  <a:lnTo>
                    <a:pt x="1014982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5" name="pl45"/>
            <p:cNvSpPr/>
            <p:nvPr/>
          </p:nvSpPr>
          <p:spPr>
            <a:xfrm>
              <a:off x="2683322" y="2000364"/>
              <a:ext cx="1014982" cy="0"/>
            </a:xfrm>
            <a:custGeom>
              <a:avLst/>
              <a:gdLst/>
              <a:ahLst/>
              <a:cxnLst/>
              <a:rect l="0" t="0" r="0" b="0"/>
              <a:pathLst>
                <a:path w="1014982">
                  <a:moveTo>
                    <a:pt x="0" y="0"/>
                  </a:moveTo>
                  <a:lnTo>
                    <a:pt x="1014982" y="0"/>
                  </a:lnTo>
                  <a:lnTo>
                    <a:pt x="1014982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6" name="pl46"/>
            <p:cNvSpPr/>
            <p:nvPr/>
          </p:nvSpPr>
          <p:spPr>
            <a:xfrm>
              <a:off x="2683322" y="1482188"/>
              <a:ext cx="1014982" cy="0"/>
            </a:xfrm>
            <a:custGeom>
              <a:avLst/>
              <a:gdLst/>
              <a:ahLst/>
              <a:cxnLst/>
              <a:rect l="0" t="0" r="0" b="0"/>
              <a:pathLst>
                <a:path w="1014982">
                  <a:moveTo>
                    <a:pt x="0" y="0"/>
                  </a:moveTo>
                  <a:lnTo>
                    <a:pt x="1014982" y="0"/>
                  </a:lnTo>
                  <a:lnTo>
                    <a:pt x="1014982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7" name="pl47"/>
            <p:cNvSpPr/>
            <p:nvPr/>
          </p:nvSpPr>
          <p:spPr>
            <a:xfrm>
              <a:off x="2683322" y="3295805"/>
              <a:ext cx="1014982" cy="0"/>
            </a:xfrm>
            <a:custGeom>
              <a:avLst/>
              <a:gdLst/>
              <a:ahLst/>
              <a:cxnLst/>
              <a:rect l="0" t="0" r="0" b="0"/>
              <a:pathLst>
                <a:path w="1014982">
                  <a:moveTo>
                    <a:pt x="0" y="0"/>
                  </a:moveTo>
                  <a:lnTo>
                    <a:pt x="1014982" y="0"/>
                  </a:lnTo>
                  <a:lnTo>
                    <a:pt x="1014982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8" name="pl48"/>
            <p:cNvSpPr/>
            <p:nvPr/>
          </p:nvSpPr>
          <p:spPr>
            <a:xfrm>
              <a:off x="2683322" y="2777629"/>
              <a:ext cx="1014982" cy="0"/>
            </a:xfrm>
            <a:custGeom>
              <a:avLst/>
              <a:gdLst/>
              <a:ahLst/>
              <a:cxnLst/>
              <a:rect l="0" t="0" r="0" b="0"/>
              <a:pathLst>
                <a:path w="1014982">
                  <a:moveTo>
                    <a:pt x="0" y="0"/>
                  </a:moveTo>
                  <a:lnTo>
                    <a:pt x="1014982" y="0"/>
                  </a:lnTo>
                  <a:lnTo>
                    <a:pt x="1014982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9" name="pl49"/>
            <p:cNvSpPr/>
            <p:nvPr/>
          </p:nvSpPr>
          <p:spPr>
            <a:xfrm>
              <a:off x="2683322" y="2259452"/>
              <a:ext cx="1014982" cy="0"/>
            </a:xfrm>
            <a:custGeom>
              <a:avLst/>
              <a:gdLst/>
              <a:ahLst/>
              <a:cxnLst/>
              <a:rect l="0" t="0" r="0" b="0"/>
              <a:pathLst>
                <a:path w="1014982">
                  <a:moveTo>
                    <a:pt x="0" y="0"/>
                  </a:moveTo>
                  <a:lnTo>
                    <a:pt x="1014982" y="0"/>
                  </a:lnTo>
                  <a:lnTo>
                    <a:pt x="1014982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0" name="pl50"/>
            <p:cNvSpPr/>
            <p:nvPr/>
          </p:nvSpPr>
          <p:spPr>
            <a:xfrm>
              <a:off x="2683322" y="1741276"/>
              <a:ext cx="1014982" cy="0"/>
            </a:xfrm>
            <a:custGeom>
              <a:avLst/>
              <a:gdLst/>
              <a:ahLst/>
              <a:cxnLst/>
              <a:rect l="0" t="0" r="0" b="0"/>
              <a:pathLst>
                <a:path w="1014982">
                  <a:moveTo>
                    <a:pt x="0" y="0"/>
                  </a:moveTo>
                  <a:lnTo>
                    <a:pt x="1014982" y="0"/>
                  </a:lnTo>
                  <a:lnTo>
                    <a:pt x="1014982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1" name="pl51"/>
            <p:cNvSpPr/>
            <p:nvPr/>
          </p:nvSpPr>
          <p:spPr>
            <a:xfrm>
              <a:off x="2960136" y="1423116"/>
              <a:ext cx="0" cy="1983578"/>
            </a:xfrm>
            <a:custGeom>
              <a:avLst/>
              <a:gdLst/>
              <a:ahLst/>
              <a:cxnLst/>
              <a:rect l="0" t="0" r="0" b="0"/>
              <a:pathLst>
                <a:path h="1983578">
                  <a:moveTo>
                    <a:pt x="0" y="198357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2" name="pl52"/>
            <p:cNvSpPr/>
            <p:nvPr/>
          </p:nvSpPr>
          <p:spPr>
            <a:xfrm>
              <a:off x="3421491" y="1423116"/>
              <a:ext cx="0" cy="1983578"/>
            </a:xfrm>
            <a:custGeom>
              <a:avLst/>
              <a:gdLst/>
              <a:ahLst/>
              <a:cxnLst/>
              <a:rect l="0" t="0" r="0" b="0"/>
              <a:pathLst>
                <a:path h="1983578">
                  <a:moveTo>
                    <a:pt x="0" y="198357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3" name="pl53"/>
            <p:cNvSpPr/>
            <p:nvPr/>
          </p:nvSpPr>
          <p:spPr>
            <a:xfrm>
              <a:off x="2960136" y="1958910"/>
              <a:ext cx="0" cy="383450"/>
            </a:xfrm>
            <a:custGeom>
              <a:avLst/>
              <a:gdLst/>
              <a:ahLst/>
              <a:cxnLst/>
              <a:rect l="0" t="0" r="0" b="0"/>
              <a:pathLst>
                <a:path h="383450">
                  <a:moveTo>
                    <a:pt x="0" y="383450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4" name="pl54"/>
            <p:cNvSpPr/>
            <p:nvPr/>
          </p:nvSpPr>
          <p:spPr>
            <a:xfrm>
              <a:off x="2960136" y="2870900"/>
              <a:ext cx="0" cy="445631"/>
            </a:xfrm>
            <a:custGeom>
              <a:avLst/>
              <a:gdLst/>
              <a:ahLst/>
              <a:cxnLst/>
              <a:rect l="0" t="0" r="0" b="0"/>
              <a:pathLst>
                <a:path h="445631">
                  <a:moveTo>
                    <a:pt x="0" y="0"/>
                  </a:moveTo>
                  <a:lnTo>
                    <a:pt x="0" y="445631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5" name="pg55"/>
            <p:cNvSpPr/>
            <p:nvPr/>
          </p:nvSpPr>
          <p:spPr>
            <a:xfrm>
              <a:off x="2787127" y="2342361"/>
              <a:ext cx="346016" cy="528539"/>
            </a:xfrm>
            <a:custGeom>
              <a:avLst/>
              <a:gdLst/>
              <a:ahLst/>
              <a:cxnLst/>
              <a:rect l="0" t="0" r="0" b="0"/>
              <a:pathLst>
                <a:path w="346016" h="528539">
                  <a:moveTo>
                    <a:pt x="0" y="0"/>
                  </a:moveTo>
                  <a:lnTo>
                    <a:pt x="0" y="528539"/>
                  </a:lnTo>
                  <a:lnTo>
                    <a:pt x="346016" y="528539"/>
                  </a:lnTo>
                  <a:lnTo>
                    <a:pt x="346016" y="0"/>
                  </a:lnTo>
                  <a:close/>
                </a:path>
              </a:pathLst>
            </a:custGeom>
            <a:solidFill>
              <a:srgbClr val="00CDCD">
                <a:alpha val="50196"/>
              </a:srgbClr>
            </a:solidFill>
            <a:ln w="13550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6" name="pl56"/>
            <p:cNvSpPr/>
            <p:nvPr/>
          </p:nvSpPr>
          <p:spPr>
            <a:xfrm>
              <a:off x="2787127" y="2622176"/>
              <a:ext cx="346016" cy="0"/>
            </a:xfrm>
            <a:custGeom>
              <a:avLst/>
              <a:gdLst/>
              <a:ahLst/>
              <a:cxnLst/>
              <a:rect l="0" t="0" r="0" b="0"/>
              <a:pathLst>
                <a:path w="346016">
                  <a:moveTo>
                    <a:pt x="0" y="0"/>
                  </a:moveTo>
                  <a:lnTo>
                    <a:pt x="346016" y="0"/>
                  </a:lnTo>
                </a:path>
              </a:pathLst>
            </a:custGeom>
            <a:ln w="27101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7" name="pt57"/>
            <p:cNvSpPr/>
            <p:nvPr/>
          </p:nvSpPr>
          <p:spPr>
            <a:xfrm>
              <a:off x="3396665" y="1488453"/>
              <a:ext cx="49651" cy="49651"/>
            </a:xfrm>
            <a:prstGeom prst="ellipse">
              <a:avLst/>
            </a:prstGeom>
            <a:solidFill>
              <a:srgbClr val="333333">
                <a:alpha val="50196"/>
              </a:srgbClr>
            </a:solidFill>
            <a:ln w="9000" cap="rnd">
              <a:solidFill>
                <a:srgbClr val="33333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8" name="pt58"/>
            <p:cNvSpPr/>
            <p:nvPr/>
          </p:nvSpPr>
          <p:spPr>
            <a:xfrm>
              <a:off x="3396665" y="2649167"/>
              <a:ext cx="49651" cy="49651"/>
            </a:xfrm>
            <a:prstGeom prst="ellipse">
              <a:avLst/>
            </a:prstGeom>
            <a:solidFill>
              <a:srgbClr val="333333">
                <a:alpha val="50196"/>
              </a:srgbClr>
            </a:solidFill>
            <a:ln w="9000" cap="rnd">
              <a:solidFill>
                <a:srgbClr val="33333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9" name="pl59"/>
            <p:cNvSpPr/>
            <p:nvPr/>
          </p:nvSpPr>
          <p:spPr>
            <a:xfrm>
              <a:off x="3421491" y="1606550"/>
              <a:ext cx="0" cy="336814"/>
            </a:xfrm>
            <a:custGeom>
              <a:avLst/>
              <a:gdLst/>
              <a:ahLst/>
              <a:cxnLst/>
              <a:rect l="0" t="0" r="0" b="0"/>
              <a:pathLst>
                <a:path h="336814">
                  <a:moveTo>
                    <a:pt x="0" y="33681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0" name="pl60"/>
            <p:cNvSpPr/>
            <p:nvPr/>
          </p:nvSpPr>
          <p:spPr>
            <a:xfrm>
              <a:off x="3421491" y="2223180"/>
              <a:ext cx="0" cy="233179"/>
            </a:xfrm>
            <a:custGeom>
              <a:avLst/>
              <a:gdLst/>
              <a:ahLst/>
              <a:cxnLst/>
              <a:rect l="0" t="0" r="0" b="0"/>
              <a:pathLst>
                <a:path h="233179">
                  <a:moveTo>
                    <a:pt x="0" y="0"/>
                  </a:moveTo>
                  <a:lnTo>
                    <a:pt x="0" y="233179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1" name="pg61"/>
            <p:cNvSpPr/>
            <p:nvPr/>
          </p:nvSpPr>
          <p:spPr>
            <a:xfrm>
              <a:off x="3248483" y="1943365"/>
              <a:ext cx="346016" cy="279815"/>
            </a:xfrm>
            <a:custGeom>
              <a:avLst/>
              <a:gdLst/>
              <a:ahLst/>
              <a:cxnLst/>
              <a:rect l="0" t="0" r="0" b="0"/>
              <a:pathLst>
                <a:path w="346016" h="279815">
                  <a:moveTo>
                    <a:pt x="0" y="0"/>
                  </a:moveTo>
                  <a:lnTo>
                    <a:pt x="0" y="279815"/>
                  </a:lnTo>
                  <a:lnTo>
                    <a:pt x="346016" y="279815"/>
                  </a:lnTo>
                  <a:lnTo>
                    <a:pt x="346016" y="0"/>
                  </a:lnTo>
                  <a:close/>
                </a:path>
              </a:pathLst>
            </a:custGeom>
            <a:solidFill>
              <a:srgbClr val="7D26CD">
                <a:alpha val="50196"/>
              </a:srgbClr>
            </a:solidFill>
            <a:ln w="13550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2" name="pl62"/>
            <p:cNvSpPr/>
            <p:nvPr/>
          </p:nvSpPr>
          <p:spPr>
            <a:xfrm>
              <a:off x="3248483" y="2135090"/>
              <a:ext cx="346016" cy="0"/>
            </a:xfrm>
            <a:custGeom>
              <a:avLst/>
              <a:gdLst/>
              <a:ahLst/>
              <a:cxnLst/>
              <a:rect l="0" t="0" r="0" b="0"/>
              <a:pathLst>
                <a:path w="346016">
                  <a:moveTo>
                    <a:pt x="0" y="0"/>
                  </a:moveTo>
                  <a:lnTo>
                    <a:pt x="346016" y="0"/>
                  </a:lnTo>
                </a:path>
              </a:pathLst>
            </a:custGeom>
            <a:ln w="27101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3" name="pt63"/>
            <p:cNvSpPr/>
            <p:nvPr/>
          </p:nvSpPr>
          <p:spPr>
            <a:xfrm>
              <a:off x="2914984" y="2245391"/>
              <a:ext cx="90303" cy="90303"/>
            </a:xfrm>
            <a:prstGeom prst="ellipse">
              <a:avLst/>
            </a:prstGeom>
            <a:solidFill>
              <a:srgbClr val="595959">
                <a:alpha val="69803"/>
              </a:srgbClr>
            </a:solidFill>
            <a:ln w="9000" cap="rnd">
              <a:solidFill>
                <a:srgbClr val="595959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4" name="pt64"/>
            <p:cNvSpPr/>
            <p:nvPr/>
          </p:nvSpPr>
          <p:spPr>
            <a:xfrm>
              <a:off x="2914984" y="2162483"/>
              <a:ext cx="90303" cy="90303"/>
            </a:xfrm>
            <a:prstGeom prst="ellipse">
              <a:avLst/>
            </a:prstGeom>
            <a:solidFill>
              <a:srgbClr val="595959">
                <a:alpha val="69803"/>
              </a:srgbClr>
            </a:solidFill>
            <a:ln w="9000" cap="rnd">
              <a:solidFill>
                <a:srgbClr val="595959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5" name="pt65"/>
            <p:cNvSpPr/>
            <p:nvPr/>
          </p:nvSpPr>
          <p:spPr>
            <a:xfrm>
              <a:off x="3376339" y="2183210"/>
              <a:ext cx="90303" cy="90303"/>
            </a:xfrm>
            <a:prstGeom prst="ellipse">
              <a:avLst/>
            </a:prstGeom>
            <a:solidFill>
              <a:srgbClr val="595959">
                <a:alpha val="69803"/>
              </a:srgbClr>
            </a:solidFill>
            <a:ln w="9000" cap="rnd">
              <a:solidFill>
                <a:srgbClr val="595959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6" name="pt66"/>
            <p:cNvSpPr/>
            <p:nvPr/>
          </p:nvSpPr>
          <p:spPr>
            <a:xfrm>
              <a:off x="3376339" y="2110665"/>
              <a:ext cx="90303" cy="90303"/>
            </a:xfrm>
            <a:prstGeom prst="ellipse">
              <a:avLst/>
            </a:prstGeom>
            <a:solidFill>
              <a:srgbClr val="595959">
                <a:alpha val="69803"/>
              </a:srgbClr>
            </a:solidFill>
            <a:ln w="9000" cap="rnd">
              <a:solidFill>
                <a:srgbClr val="595959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7" name="pt67"/>
            <p:cNvSpPr/>
            <p:nvPr/>
          </p:nvSpPr>
          <p:spPr>
            <a:xfrm>
              <a:off x="2914984" y="2297209"/>
              <a:ext cx="90303" cy="90303"/>
            </a:xfrm>
            <a:prstGeom prst="ellipse">
              <a:avLst/>
            </a:prstGeom>
            <a:solidFill>
              <a:srgbClr val="959595">
                <a:alpha val="69803"/>
              </a:srgbClr>
            </a:solidFill>
            <a:ln w="9000" cap="rnd">
              <a:solidFill>
                <a:srgbClr val="959595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8" name="pt68"/>
            <p:cNvSpPr/>
            <p:nvPr/>
          </p:nvSpPr>
          <p:spPr>
            <a:xfrm>
              <a:off x="2914984" y="1986303"/>
              <a:ext cx="90303" cy="90303"/>
            </a:xfrm>
            <a:prstGeom prst="ellipse">
              <a:avLst/>
            </a:prstGeom>
            <a:solidFill>
              <a:srgbClr val="959595">
                <a:alpha val="69803"/>
              </a:srgbClr>
            </a:solidFill>
            <a:ln w="9000" cap="rnd">
              <a:solidFill>
                <a:srgbClr val="959595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9" name="pt69"/>
            <p:cNvSpPr/>
            <p:nvPr/>
          </p:nvSpPr>
          <p:spPr>
            <a:xfrm>
              <a:off x="3376339" y="1665034"/>
              <a:ext cx="90303" cy="90303"/>
            </a:xfrm>
            <a:prstGeom prst="ellipse">
              <a:avLst/>
            </a:prstGeom>
            <a:solidFill>
              <a:srgbClr val="959595">
                <a:alpha val="69803"/>
              </a:srgbClr>
            </a:solidFill>
            <a:ln w="9000" cap="rnd">
              <a:solidFill>
                <a:srgbClr val="959595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0" name="pt70"/>
            <p:cNvSpPr/>
            <p:nvPr/>
          </p:nvSpPr>
          <p:spPr>
            <a:xfrm>
              <a:off x="3376339" y="1737578"/>
              <a:ext cx="90303" cy="90303"/>
            </a:xfrm>
            <a:prstGeom prst="ellipse">
              <a:avLst/>
            </a:prstGeom>
            <a:solidFill>
              <a:srgbClr val="959595">
                <a:alpha val="69803"/>
              </a:srgbClr>
            </a:solidFill>
            <a:ln w="9000" cap="rnd">
              <a:solidFill>
                <a:srgbClr val="959595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1" name="pt71"/>
            <p:cNvSpPr/>
            <p:nvPr/>
          </p:nvSpPr>
          <p:spPr>
            <a:xfrm>
              <a:off x="2914984" y="2121029"/>
              <a:ext cx="90303" cy="90303"/>
            </a:xfrm>
            <a:prstGeom prst="ellipse">
              <a:avLst/>
            </a:prstGeom>
            <a:solidFill>
              <a:srgbClr val="4D4D4D">
                <a:alpha val="69803"/>
              </a:srgbClr>
            </a:solidFill>
            <a:ln w="9000" cap="rnd">
              <a:solidFill>
                <a:srgbClr val="4D4D4D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2" name="pt72"/>
            <p:cNvSpPr/>
            <p:nvPr/>
          </p:nvSpPr>
          <p:spPr>
            <a:xfrm>
              <a:off x="2914984" y="2069211"/>
              <a:ext cx="90303" cy="90303"/>
            </a:xfrm>
            <a:prstGeom prst="ellipse">
              <a:avLst/>
            </a:prstGeom>
            <a:solidFill>
              <a:srgbClr val="4D4D4D">
                <a:alpha val="69803"/>
              </a:srgbClr>
            </a:solidFill>
            <a:ln w="9000" cap="rnd">
              <a:solidFill>
                <a:srgbClr val="4D4D4D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3" name="pt73"/>
            <p:cNvSpPr/>
            <p:nvPr/>
          </p:nvSpPr>
          <p:spPr>
            <a:xfrm>
              <a:off x="3376339" y="2152119"/>
              <a:ext cx="90303" cy="90303"/>
            </a:xfrm>
            <a:prstGeom prst="ellipse">
              <a:avLst/>
            </a:prstGeom>
            <a:solidFill>
              <a:srgbClr val="4D4D4D">
                <a:alpha val="69803"/>
              </a:srgbClr>
            </a:solidFill>
            <a:ln w="9000" cap="rnd">
              <a:solidFill>
                <a:srgbClr val="4D4D4D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4" name="pt74"/>
            <p:cNvSpPr/>
            <p:nvPr/>
          </p:nvSpPr>
          <p:spPr>
            <a:xfrm>
              <a:off x="3376339" y="2162483"/>
              <a:ext cx="90303" cy="90303"/>
            </a:xfrm>
            <a:prstGeom prst="ellipse">
              <a:avLst/>
            </a:prstGeom>
            <a:solidFill>
              <a:srgbClr val="4D4D4D">
                <a:alpha val="69803"/>
              </a:srgbClr>
            </a:solidFill>
            <a:ln w="9000" cap="rnd">
              <a:solidFill>
                <a:srgbClr val="4D4D4D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5" name="pt75"/>
            <p:cNvSpPr/>
            <p:nvPr/>
          </p:nvSpPr>
          <p:spPr>
            <a:xfrm>
              <a:off x="2914984" y="2203937"/>
              <a:ext cx="90303" cy="90303"/>
            </a:xfrm>
            <a:prstGeom prst="ellipse">
              <a:avLst/>
            </a:prstGeom>
            <a:solidFill>
              <a:srgbClr val="565656">
                <a:alpha val="69803"/>
              </a:srgbClr>
            </a:solidFill>
            <a:ln w="9000" cap="rnd">
              <a:solidFill>
                <a:srgbClr val="565656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6" name="pt76"/>
            <p:cNvSpPr/>
            <p:nvPr/>
          </p:nvSpPr>
          <p:spPr>
            <a:xfrm>
              <a:off x="2914984" y="2224664"/>
              <a:ext cx="90303" cy="90303"/>
            </a:xfrm>
            <a:prstGeom prst="ellipse">
              <a:avLst/>
            </a:prstGeom>
            <a:solidFill>
              <a:srgbClr val="565656">
                <a:alpha val="69803"/>
              </a:srgbClr>
            </a:solidFill>
            <a:ln w="9000" cap="rnd">
              <a:solidFill>
                <a:srgbClr val="565656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7" name="pt77"/>
            <p:cNvSpPr/>
            <p:nvPr/>
          </p:nvSpPr>
          <p:spPr>
            <a:xfrm>
              <a:off x="3376339" y="2131392"/>
              <a:ext cx="90303" cy="90303"/>
            </a:xfrm>
            <a:prstGeom prst="ellipse">
              <a:avLst/>
            </a:prstGeom>
            <a:solidFill>
              <a:srgbClr val="565656">
                <a:alpha val="69803"/>
              </a:srgbClr>
            </a:solidFill>
            <a:ln w="9000" cap="rnd">
              <a:solidFill>
                <a:srgbClr val="565656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8" name="pt78"/>
            <p:cNvSpPr/>
            <p:nvPr/>
          </p:nvSpPr>
          <p:spPr>
            <a:xfrm>
              <a:off x="3376339" y="1758305"/>
              <a:ext cx="90303" cy="90303"/>
            </a:xfrm>
            <a:prstGeom prst="ellipse">
              <a:avLst/>
            </a:prstGeom>
            <a:solidFill>
              <a:srgbClr val="565656">
                <a:alpha val="69803"/>
              </a:srgbClr>
            </a:solidFill>
            <a:ln w="9000" cap="rnd">
              <a:solidFill>
                <a:srgbClr val="565656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9" name="pt79"/>
            <p:cNvSpPr/>
            <p:nvPr/>
          </p:nvSpPr>
          <p:spPr>
            <a:xfrm>
              <a:off x="2914984" y="2058848"/>
              <a:ext cx="90303" cy="90303"/>
            </a:xfrm>
            <a:prstGeom prst="ellipse">
              <a:avLst/>
            </a:prstGeom>
            <a:solidFill>
              <a:srgbClr val="575757">
                <a:alpha val="69803"/>
              </a:srgbClr>
            </a:solidFill>
            <a:ln w="9000" cap="rnd">
              <a:solidFill>
                <a:srgbClr val="575757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0" name="pt80"/>
            <p:cNvSpPr/>
            <p:nvPr/>
          </p:nvSpPr>
          <p:spPr>
            <a:xfrm>
              <a:off x="2914984" y="1913758"/>
              <a:ext cx="90303" cy="90303"/>
            </a:xfrm>
            <a:prstGeom prst="ellipse">
              <a:avLst/>
            </a:prstGeom>
            <a:solidFill>
              <a:srgbClr val="575757">
                <a:alpha val="69803"/>
              </a:srgbClr>
            </a:solidFill>
            <a:ln w="9000" cap="rnd">
              <a:solidFill>
                <a:srgbClr val="575757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1" name="pt81"/>
            <p:cNvSpPr/>
            <p:nvPr/>
          </p:nvSpPr>
          <p:spPr>
            <a:xfrm>
              <a:off x="3376339" y="2058848"/>
              <a:ext cx="90303" cy="90303"/>
            </a:xfrm>
            <a:prstGeom prst="ellipse">
              <a:avLst/>
            </a:prstGeom>
            <a:solidFill>
              <a:srgbClr val="575757">
                <a:alpha val="69803"/>
              </a:srgbClr>
            </a:solidFill>
            <a:ln w="9000" cap="rnd">
              <a:solidFill>
                <a:srgbClr val="575757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2" name="pt82"/>
            <p:cNvSpPr/>
            <p:nvPr/>
          </p:nvSpPr>
          <p:spPr>
            <a:xfrm>
              <a:off x="3376339" y="1830850"/>
              <a:ext cx="90303" cy="90303"/>
            </a:xfrm>
            <a:prstGeom prst="ellipse">
              <a:avLst/>
            </a:prstGeom>
            <a:solidFill>
              <a:srgbClr val="575757">
                <a:alpha val="69803"/>
              </a:srgbClr>
            </a:solidFill>
            <a:ln w="9000" cap="rnd">
              <a:solidFill>
                <a:srgbClr val="575757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3" name="pt83"/>
            <p:cNvSpPr/>
            <p:nvPr/>
          </p:nvSpPr>
          <p:spPr>
            <a:xfrm>
              <a:off x="2914984" y="2908657"/>
              <a:ext cx="90303" cy="90303"/>
            </a:xfrm>
            <a:prstGeom prst="ellipse">
              <a:avLst/>
            </a:prstGeom>
            <a:solidFill>
              <a:srgbClr val="2C2C2C">
                <a:alpha val="69803"/>
              </a:srgbClr>
            </a:solidFill>
            <a:ln w="9000" cap="rnd">
              <a:solidFill>
                <a:srgbClr val="2C2C2C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4" name="pt84"/>
            <p:cNvSpPr/>
            <p:nvPr/>
          </p:nvSpPr>
          <p:spPr>
            <a:xfrm>
              <a:off x="2914984" y="3167745"/>
              <a:ext cx="90303" cy="90303"/>
            </a:xfrm>
            <a:prstGeom prst="ellipse">
              <a:avLst/>
            </a:prstGeom>
            <a:solidFill>
              <a:srgbClr val="2C2C2C">
                <a:alpha val="69803"/>
              </a:srgbClr>
            </a:solidFill>
            <a:ln w="9000" cap="rnd">
              <a:solidFill>
                <a:srgbClr val="2C2C2C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5" name="pt85"/>
            <p:cNvSpPr/>
            <p:nvPr/>
          </p:nvSpPr>
          <p:spPr>
            <a:xfrm>
              <a:off x="3376339" y="1561399"/>
              <a:ext cx="90303" cy="90303"/>
            </a:xfrm>
            <a:prstGeom prst="ellipse">
              <a:avLst/>
            </a:prstGeom>
            <a:solidFill>
              <a:srgbClr val="2C2C2C">
                <a:alpha val="69803"/>
              </a:srgbClr>
            </a:solidFill>
            <a:ln w="9000" cap="rnd">
              <a:solidFill>
                <a:srgbClr val="2C2C2C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6" name="pt86"/>
            <p:cNvSpPr/>
            <p:nvPr/>
          </p:nvSpPr>
          <p:spPr>
            <a:xfrm>
              <a:off x="3376339" y="2203937"/>
              <a:ext cx="90303" cy="90303"/>
            </a:xfrm>
            <a:prstGeom prst="ellipse">
              <a:avLst/>
            </a:prstGeom>
            <a:solidFill>
              <a:srgbClr val="2C2C2C">
                <a:alpha val="69803"/>
              </a:srgbClr>
            </a:solidFill>
            <a:ln w="9000" cap="rnd">
              <a:solidFill>
                <a:srgbClr val="2C2C2C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7" name="pt87"/>
            <p:cNvSpPr/>
            <p:nvPr/>
          </p:nvSpPr>
          <p:spPr>
            <a:xfrm>
              <a:off x="2914984" y="2380117"/>
              <a:ext cx="90303" cy="90303"/>
            </a:xfrm>
            <a:prstGeom prst="ellipse">
              <a:avLst/>
            </a:prstGeom>
            <a:solidFill>
              <a:srgbClr val="878787">
                <a:alpha val="69803"/>
              </a:srgbClr>
            </a:solidFill>
            <a:ln w="9000" cap="rnd">
              <a:solidFill>
                <a:srgbClr val="878787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8" name="pt88"/>
            <p:cNvSpPr/>
            <p:nvPr/>
          </p:nvSpPr>
          <p:spPr>
            <a:xfrm>
              <a:off x="2914984" y="2338663"/>
              <a:ext cx="90303" cy="90303"/>
            </a:xfrm>
            <a:prstGeom prst="ellipse">
              <a:avLst/>
            </a:prstGeom>
            <a:solidFill>
              <a:srgbClr val="878787">
                <a:alpha val="69803"/>
              </a:srgbClr>
            </a:solidFill>
            <a:ln w="9000" cap="rnd">
              <a:solidFill>
                <a:srgbClr val="878787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9" name="pt89"/>
            <p:cNvSpPr/>
            <p:nvPr/>
          </p:nvSpPr>
          <p:spPr>
            <a:xfrm>
              <a:off x="3376339" y="2121029"/>
              <a:ext cx="90303" cy="90303"/>
            </a:xfrm>
            <a:prstGeom prst="ellipse">
              <a:avLst/>
            </a:prstGeom>
            <a:solidFill>
              <a:srgbClr val="878787">
                <a:alpha val="69803"/>
              </a:srgbClr>
            </a:solidFill>
            <a:ln w="9000" cap="rnd">
              <a:solidFill>
                <a:srgbClr val="878787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0" name="pt90"/>
            <p:cNvSpPr/>
            <p:nvPr/>
          </p:nvSpPr>
          <p:spPr>
            <a:xfrm>
              <a:off x="3376339" y="1913758"/>
              <a:ext cx="90303" cy="90303"/>
            </a:xfrm>
            <a:prstGeom prst="ellipse">
              <a:avLst/>
            </a:prstGeom>
            <a:solidFill>
              <a:srgbClr val="878787">
                <a:alpha val="69803"/>
              </a:srgbClr>
            </a:solidFill>
            <a:ln w="9000" cap="rnd">
              <a:solidFill>
                <a:srgbClr val="878787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1" name="pt91"/>
            <p:cNvSpPr/>
            <p:nvPr/>
          </p:nvSpPr>
          <p:spPr>
            <a:xfrm>
              <a:off x="2914984" y="2628841"/>
              <a:ext cx="90303" cy="90303"/>
            </a:xfrm>
            <a:prstGeom prst="ellipse">
              <a:avLst/>
            </a:prstGeom>
            <a:solidFill>
              <a:srgbClr val="7E7E7E">
                <a:alpha val="69803"/>
              </a:srgbClr>
            </a:solidFill>
            <a:ln w="9000" cap="rnd">
              <a:solidFill>
                <a:srgbClr val="7E7E7E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2" name="pt92"/>
            <p:cNvSpPr/>
            <p:nvPr/>
          </p:nvSpPr>
          <p:spPr>
            <a:xfrm>
              <a:off x="2914984" y="2442298"/>
              <a:ext cx="90303" cy="90303"/>
            </a:xfrm>
            <a:prstGeom prst="ellipse">
              <a:avLst/>
            </a:prstGeom>
            <a:solidFill>
              <a:srgbClr val="7E7E7E">
                <a:alpha val="69803"/>
              </a:srgbClr>
            </a:solidFill>
            <a:ln w="9000" cap="rnd">
              <a:solidFill>
                <a:srgbClr val="7E7E7E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3" name="pt93"/>
            <p:cNvSpPr/>
            <p:nvPr/>
          </p:nvSpPr>
          <p:spPr>
            <a:xfrm>
              <a:off x="3376339" y="1965576"/>
              <a:ext cx="90303" cy="90303"/>
            </a:xfrm>
            <a:prstGeom prst="ellipse">
              <a:avLst/>
            </a:prstGeom>
            <a:solidFill>
              <a:srgbClr val="7E7E7E">
                <a:alpha val="69803"/>
              </a:srgbClr>
            </a:solidFill>
            <a:ln w="9000" cap="rnd">
              <a:solidFill>
                <a:srgbClr val="7E7E7E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4" name="pt94"/>
            <p:cNvSpPr/>
            <p:nvPr/>
          </p:nvSpPr>
          <p:spPr>
            <a:xfrm>
              <a:off x="3376339" y="2048484"/>
              <a:ext cx="90303" cy="90303"/>
            </a:xfrm>
            <a:prstGeom prst="ellipse">
              <a:avLst/>
            </a:prstGeom>
            <a:solidFill>
              <a:srgbClr val="7E7E7E">
                <a:alpha val="69803"/>
              </a:srgbClr>
            </a:solidFill>
            <a:ln w="9000" cap="rnd">
              <a:solidFill>
                <a:srgbClr val="7E7E7E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5" name="pt95"/>
            <p:cNvSpPr/>
            <p:nvPr/>
          </p:nvSpPr>
          <p:spPr>
            <a:xfrm>
              <a:off x="2914984" y="2338663"/>
              <a:ext cx="90303" cy="90303"/>
            </a:xfrm>
            <a:prstGeom prst="ellipse">
              <a:avLst/>
            </a:prstGeom>
            <a:solidFill>
              <a:srgbClr val="767676">
                <a:alpha val="69803"/>
              </a:srgbClr>
            </a:solidFill>
            <a:ln w="9000" cap="rnd">
              <a:solidFill>
                <a:srgbClr val="767676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6" name="pt96"/>
            <p:cNvSpPr/>
            <p:nvPr/>
          </p:nvSpPr>
          <p:spPr>
            <a:xfrm>
              <a:off x="2914984" y="2328299"/>
              <a:ext cx="90303" cy="90303"/>
            </a:xfrm>
            <a:prstGeom prst="ellipse">
              <a:avLst/>
            </a:prstGeom>
            <a:solidFill>
              <a:srgbClr val="767676">
                <a:alpha val="69803"/>
              </a:srgbClr>
            </a:solidFill>
            <a:ln w="9000" cap="rnd">
              <a:solidFill>
                <a:srgbClr val="767676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7" name="pt97"/>
            <p:cNvSpPr/>
            <p:nvPr/>
          </p:nvSpPr>
          <p:spPr>
            <a:xfrm>
              <a:off x="3376339" y="2141756"/>
              <a:ext cx="90303" cy="90303"/>
            </a:xfrm>
            <a:prstGeom prst="ellipse">
              <a:avLst/>
            </a:prstGeom>
            <a:solidFill>
              <a:srgbClr val="767676">
                <a:alpha val="69803"/>
              </a:srgbClr>
            </a:solidFill>
            <a:ln w="9000" cap="rnd">
              <a:solidFill>
                <a:srgbClr val="767676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8" name="pt98"/>
            <p:cNvSpPr/>
            <p:nvPr/>
          </p:nvSpPr>
          <p:spPr>
            <a:xfrm>
              <a:off x="3376339" y="1996667"/>
              <a:ext cx="90303" cy="90303"/>
            </a:xfrm>
            <a:prstGeom prst="ellipse">
              <a:avLst/>
            </a:prstGeom>
            <a:solidFill>
              <a:srgbClr val="767676">
                <a:alpha val="69803"/>
              </a:srgbClr>
            </a:solidFill>
            <a:ln w="9000" cap="rnd">
              <a:solidFill>
                <a:srgbClr val="767676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9" name="pt99"/>
            <p:cNvSpPr/>
            <p:nvPr/>
          </p:nvSpPr>
          <p:spPr>
            <a:xfrm>
              <a:off x="2914984" y="2670296"/>
              <a:ext cx="90303" cy="90303"/>
            </a:xfrm>
            <a:prstGeom prst="ellipse">
              <a:avLst/>
            </a:prstGeom>
            <a:solidFill>
              <a:srgbClr val="070707">
                <a:alpha val="69803"/>
              </a:srgbClr>
            </a:solidFill>
            <a:ln w="9000" cap="rnd">
              <a:solidFill>
                <a:srgbClr val="070707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0" name="pt100"/>
            <p:cNvSpPr/>
            <p:nvPr/>
          </p:nvSpPr>
          <p:spPr>
            <a:xfrm>
              <a:off x="2914984" y="2535570"/>
              <a:ext cx="90303" cy="90303"/>
            </a:xfrm>
            <a:prstGeom prst="ellipse">
              <a:avLst/>
            </a:prstGeom>
            <a:solidFill>
              <a:srgbClr val="070707">
                <a:alpha val="69803"/>
              </a:srgbClr>
            </a:solidFill>
            <a:ln w="9000" cap="rnd">
              <a:solidFill>
                <a:srgbClr val="070707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1" name="pt101"/>
            <p:cNvSpPr/>
            <p:nvPr/>
          </p:nvSpPr>
          <p:spPr>
            <a:xfrm>
              <a:off x="3376339" y="2100302"/>
              <a:ext cx="90303" cy="90303"/>
            </a:xfrm>
            <a:prstGeom prst="ellipse">
              <a:avLst/>
            </a:prstGeom>
            <a:solidFill>
              <a:srgbClr val="070707">
                <a:alpha val="69803"/>
              </a:srgbClr>
            </a:solidFill>
            <a:ln w="9000" cap="rnd">
              <a:solidFill>
                <a:srgbClr val="070707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2" name="pt102"/>
            <p:cNvSpPr/>
            <p:nvPr/>
          </p:nvSpPr>
          <p:spPr>
            <a:xfrm>
              <a:off x="3376339" y="2400844"/>
              <a:ext cx="90303" cy="90303"/>
            </a:xfrm>
            <a:prstGeom prst="ellipse">
              <a:avLst/>
            </a:prstGeom>
            <a:solidFill>
              <a:srgbClr val="070707">
                <a:alpha val="69803"/>
              </a:srgbClr>
            </a:solidFill>
            <a:ln w="9000" cap="rnd">
              <a:solidFill>
                <a:srgbClr val="070707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3" name="pt103"/>
            <p:cNvSpPr/>
            <p:nvPr/>
          </p:nvSpPr>
          <p:spPr>
            <a:xfrm>
              <a:off x="2914984" y="2898293"/>
              <a:ext cx="90303" cy="90303"/>
            </a:xfrm>
            <a:prstGeom prst="ellipse">
              <a:avLst/>
            </a:prstGeom>
            <a:solidFill>
              <a:srgbClr val="2D2D2D">
                <a:alpha val="69803"/>
              </a:srgbClr>
            </a:solidFill>
            <a:ln w="9000" cap="rnd">
              <a:solidFill>
                <a:srgbClr val="2D2D2D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4" name="pt104"/>
            <p:cNvSpPr/>
            <p:nvPr/>
          </p:nvSpPr>
          <p:spPr>
            <a:xfrm>
              <a:off x="2914984" y="2763567"/>
              <a:ext cx="90303" cy="90303"/>
            </a:xfrm>
            <a:prstGeom prst="ellipse">
              <a:avLst/>
            </a:prstGeom>
            <a:solidFill>
              <a:srgbClr val="2D2D2D">
                <a:alpha val="69803"/>
              </a:srgbClr>
            </a:solidFill>
            <a:ln w="9000" cap="rnd">
              <a:solidFill>
                <a:srgbClr val="2D2D2D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5" name="pt105"/>
            <p:cNvSpPr/>
            <p:nvPr/>
          </p:nvSpPr>
          <p:spPr>
            <a:xfrm>
              <a:off x="3376339" y="2079575"/>
              <a:ext cx="90303" cy="90303"/>
            </a:xfrm>
            <a:prstGeom prst="ellipse">
              <a:avLst/>
            </a:prstGeom>
            <a:solidFill>
              <a:srgbClr val="2D2D2D">
                <a:alpha val="69803"/>
              </a:srgbClr>
            </a:solidFill>
            <a:ln w="9000" cap="rnd">
              <a:solidFill>
                <a:srgbClr val="2D2D2D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6" name="pt106"/>
            <p:cNvSpPr/>
            <p:nvPr/>
          </p:nvSpPr>
          <p:spPr>
            <a:xfrm>
              <a:off x="3376339" y="1747942"/>
              <a:ext cx="90303" cy="90303"/>
            </a:xfrm>
            <a:prstGeom prst="ellipse">
              <a:avLst/>
            </a:prstGeom>
            <a:solidFill>
              <a:srgbClr val="2D2D2D">
                <a:alpha val="69803"/>
              </a:srgbClr>
            </a:solidFill>
            <a:ln w="9000" cap="rnd">
              <a:solidFill>
                <a:srgbClr val="2D2D2D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7" name="pt107"/>
            <p:cNvSpPr/>
            <p:nvPr/>
          </p:nvSpPr>
          <p:spPr>
            <a:xfrm>
              <a:off x="2914984" y="2722113"/>
              <a:ext cx="90303" cy="90303"/>
            </a:xfrm>
            <a:prstGeom prst="ellipse">
              <a:avLst/>
            </a:prstGeom>
            <a:solidFill>
              <a:srgbClr val="222222">
                <a:alpha val="69803"/>
              </a:srgbClr>
            </a:solidFill>
            <a:ln w="9000" cap="rnd">
              <a:solidFill>
                <a:srgbClr val="222222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8" name="pt108"/>
            <p:cNvSpPr/>
            <p:nvPr/>
          </p:nvSpPr>
          <p:spPr>
            <a:xfrm>
              <a:off x="2914984" y="2577024"/>
              <a:ext cx="90303" cy="90303"/>
            </a:xfrm>
            <a:prstGeom prst="ellipse">
              <a:avLst/>
            </a:prstGeom>
            <a:solidFill>
              <a:srgbClr val="222222">
                <a:alpha val="69803"/>
              </a:srgbClr>
            </a:solidFill>
            <a:ln w="9000" cap="rnd">
              <a:solidFill>
                <a:srgbClr val="222222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9" name="pt109"/>
            <p:cNvSpPr/>
            <p:nvPr/>
          </p:nvSpPr>
          <p:spPr>
            <a:xfrm>
              <a:off x="3376339" y="1830850"/>
              <a:ext cx="90303" cy="90303"/>
            </a:xfrm>
            <a:prstGeom prst="ellipse">
              <a:avLst/>
            </a:prstGeom>
            <a:solidFill>
              <a:srgbClr val="222222">
                <a:alpha val="69803"/>
              </a:srgbClr>
            </a:solidFill>
            <a:ln w="9000" cap="rnd">
              <a:solidFill>
                <a:srgbClr val="222222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0" name="pt110"/>
            <p:cNvSpPr/>
            <p:nvPr/>
          </p:nvSpPr>
          <p:spPr>
            <a:xfrm>
              <a:off x="3376339" y="2359390"/>
              <a:ext cx="90303" cy="90303"/>
            </a:xfrm>
            <a:prstGeom prst="ellipse">
              <a:avLst/>
            </a:prstGeom>
            <a:solidFill>
              <a:srgbClr val="222222">
                <a:alpha val="69803"/>
              </a:srgbClr>
            </a:solidFill>
            <a:ln w="9000" cap="rnd">
              <a:solidFill>
                <a:srgbClr val="222222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1" name="pt111"/>
            <p:cNvSpPr/>
            <p:nvPr/>
          </p:nvSpPr>
          <p:spPr>
            <a:xfrm>
              <a:off x="2914984" y="2794658"/>
              <a:ext cx="90303" cy="90303"/>
            </a:xfrm>
            <a:prstGeom prst="ellipse">
              <a:avLst/>
            </a:prstGeom>
            <a:solidFill>
              <a:srgbClr val="202020">
                <a:alpha val="69803"/>
              </a:srgbClr>
            </a:solidFill>
            <a:ln w="9000" cap="rnd">
              <a:solidFill>
                <a:srgbClr val="202020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2" name="pt112"/>
            <p:cNvSpPr/>
            <p:nvPr/>
          </p:nvSpPr>
          <p:spPr>
            <a:xfrm>
              <a:off x="2914984" y="2950111"/>
              <a:ext cx="90303" cy="90303"/>
            </a:xfrm>
            <a:prstGeom prst="ellipse">
              <a:avLst/>
            </a:prstGeom>
            <a:solidFill>
              <a:srgbClr val="202020">
                <a:alpha val="69803"/>
              </a:srgbClr>
            </a:solidFill>
            <a:ln w="9000" cap="rnd">
              <a:solidFill>
                <a:srgbClr val="202020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3" name="pt113"/>
            <p:cNvSpPr/>
            <p:nvPr/>
          </p:nvSpPr>
          <p:spPr>
            <a:xfrm>
              <a:off x="3376339" y="2121029"/>
              <a:ext cx="90303" cy="90303"/>
            </a:xfrm>
            <a:prstGeom prst="ellipse">
              <a:avLst/>
            </a:prstGeom>
            <a:solidFill>
              <a:srgbClr val="202020">
                <a:alpha val="69803"/>
              </a:srgbClr>
            </a:solidFill>
            <a:ln w="9000" cap="rnd">
              <a:solidFill>
                <a:srgbClr val="202020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4" name="pt114"/>
            <p:cNvSpPr/>
            <p:nvPr/>
          </p:nvSpPr>
          <p:spPr>
            <a:xfrm>
              <a:off x="3376339" y="1820487"/>
              <a:ext cx="90303" cy="90303"/>
            </a:xfrm>
            <a:prstGeom prst="ellipse">
              <a:avLst/>
            </a:prstGeom>
            <a:solidFill>
              <a:srgbClr val="202020">
                <a:alpha val="69803"/>
              </a:srgbClr>
            </a:solidFill>
            <a:ln w="9000" cap="rnd">
              <a:solidFill>
                <a:srgbClr val="202020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5" name="pt115"/>
            <p:cNvSpPr/>
            <p:nvPr/>
          </p:nvSpPr>
          <p:spPr>
            <a:xfrm>
              <a:off x="2914984" y="3136654"/>
              <a:ext cx="90303" cy="90303"/>
            </a:xfrm>
            <a:prstGeom prst="ellipse">
              <a:avLst/>
            </a:prstGeom>
            <a:solidFill>
              <a:srgbClr val="323232">
                <a:alpha val="69803"/>
              </a:srgbClr>
            </a:solidFill>
            <a:ln w="9000" cap="rnd">
              <a:solidFill>
                <a:srgbClr val="323232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6" name="pt116"/>
            <p:cNvSpPr/>
            <p:nvPr/>
          </p:nvSpPr>
          <p:spPr>
            <a:xfrm>
              <a:off x="3376339" y="1468127"/>
              <a:ext cx="90303" cy="90303"/>
            </a:xfrm>
            <a:prstGeom prst="ellipse">
              <a:avLst/>
            </a:prstGeom>
            <a:solidFill>
              <a:srgbClr val="323232">
                <a:alpha val="69803"/>
              </a:srgbClr>
            </a:solidFill>
            <a:ln w="9000" cap="rnd">
              <a:solidFill>
                <a:srgbClr val="323232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7" name="pt117"/>
            <p:cNvSpPr/>
            <p:nvPr/>
          </p:nvSpPr>
          <p:spPr>
            <a:xfrm>
              <a:off x="3376339" y="1893031"/>
              <a:ext cx="90303" cy="90303"/>
            </a:xfrm>
            <a:prstGeom prst="ellipse">
              <a:avLst/>
            </a:prstGeom>
            <a:solidFill>
              <a:srgbClr val="323232">
                <a:alpha val="69803"/>
              </a:srgbClr>
            </a:solidFill>
            <a:ln w="9000" cap="rnd">
              <a:solidFill>
                <a:srgbClr val="323232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8" name="pt118"/>
            <p:cNvSpPr/>
            <p:nvPr/>
          </p:nvSpPr>
          <p:spPr>
            <a:xfrm>
              <a:off x="2914984" y="2701386"/>
              <a:ext cx="90303" cy="90303"/>
            </a:xfrm>
            <a:prstGeom prst="ellipse">
              <a:avLst/>
            </a:prstGeom>
            <a:solidFill>
              <a:srgbClr val="535353">
                <a:alpha val="69803"/>
              </a:srgbClr>
            </a:solidFill>
            <a:ln w="9000" cap="rnd">
              <a:solidFill>
                <a:srgbClr val="535353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9" name="pt119"/>
            <p:cNvSpPr/>
            <p:nvPr/>
          </p:nvSpPr>
          <p:spPr>
            <a:xfrm>
              <a:off x="2914984" y="2380117"/>
              <a:ext cx="90303" cy="90303"/>
            </a:xfrm>
            <a:prstGeom prst="ellipse">
              <a:avLst/>
            </a:prstGeom>
            <a:solidFill>
              <a:srgbClr val="535353">
                <a:alpha val="69803"/>
              </a:srgbClr>
            </a:solidFill>
            <a:ln w="9000" cap="rnd">
              <a:solidFill>
                <a:srgbClr val="535353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0" name="pt120"/>
            <p:cNvSpPr/>
            <p:nvPr/>
          </p:nvSpPr>
          <p:spPr>
            <a:xfrm>
              <a:off x="3376339" y="1986303"/>
              <a:ext cx="90303" cy="90303"/>
            </a:xfrm>
            <a:prstGeom prst="ellipse">
              <a:avLst/>
            </a:prstGeom>
            <a:solidFill>
              <a:srgbClr val="535353">
                <a:alpha val="69803"/>
              </a:srgbClr>
            </a:solidFill>
            <a:ln w="9000" cap="rnd">
              <a:solidFill>
                <a:srgbClr val="535353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1" name="pt121"/>
            <p:cNvSpPr/>
            <p:nvPr/>
          </p:nvSpPr>
          <p:spPr>
            <a:xfrm>
              <a:off x="3376339" y="2131392"/>
              <a:ext cx="90303" cy="90303"/>
            </a:xfrm>
            <a:prstGeom prst="ellipse">
              <a:avLst/>
            </a:prstGeom>
            <a:solidFill>
              <a:srgbClr val="535353">
                <a:alpha val="69803"/>
              </a:srgbClr>
            </a:solidFill>
            <a:ln w="9000" cap="rnd">
              <a:solidFill>
                <a:srgbClr val="535353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2" name="pt122"/>
            <p:cNvSpPr/>
            <p:nvPr/>
          </p:nvSpPr>
          <p:spPr>
            <a:xfrm>
              <a:off x="2914984" y="2825748"/>
              <a:ext cx="90303" cy="90303"/>
            </a:xfrm>
            <a:prstGeom prst="ellipse">
              <a:avLst/>
            </a:prstGeom>
            <a:solidFill>
              <a:srgbClr val="000000">
                <a:alpha val="69803"/>
              </a:srgbClr>
            </a:solidFill>
            <a:ln w="9000" cap="rnd">
              <a:solidFill>
                <a:srgbClr val="000000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3" name="pt123"/>
            <p:cNvSpPr/>
            <p:nvPr/>
          </p:nvSpPr>
          <p:spPr>
            <a:xfrm>
              <a:off x="2914984" y="2815385"/>
              <a:ext cx="90303" cy="90303"/>
            </a:xfrm>
            <a:prstGeom prst="ellipse">
              <a:avLst/>
            </a:prstGeom>
            <a:solidFill>
              <a:srgbClr val="000000">
                <a:alpha val="69803"/>
              </a:srgbClr>
            </a:solidFill>
            <a:ln w="9000" cap="rnd">
              <a:solidFill>
                <a:srgbClr val="000000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4" name="pt124"/>
            <p:cNvSpPr/>
            <p:nvPr/>
          </p:nvSpPr>
          <p:spPr>
            <a:xfrm>
              <a:off x="3376339" y="2628841"/>
              <a:ext cx="90303" cy="90303"/>
            </a:xfrm>
            <a:prstGeom prst="ellipse">
              <a:avLst/>
            </a:prstGeom>
            <a:solidFill>
              <a:srgbClr val="000000">
                <a:alpha val="69803"/>
              </a:srgbClr>
            </a:solidFill>
            <a:ln w="9000" cap="rnd">
              <a:solidFill>
                <a:srgbClr val="000000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5" name="pt125"/>
            <p:cNvSpPr/>
            <p:nvPr/>
          </p:nvSpPr>
          <p:spPr>
            <a:xfrm>
              <a:off x="3376339" y="2224664"/>
              <a:ext cx="90303" cy="90303"/>
            </a:xfrm>
            <a:prstGeom prst="ellipse">
              <a:avLst/>
            </a:prstGeom>
            <a:solidFill>
              <a:srgbClr val="000000">
                <a:alpha val="69803"/>
              </a:srgbClr>
            </a:solidFill>
            <a:ln w="9000" cap="rnd">
              <a:solidFill>
                <a:srgbClr val="000000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6" name="pt126"/>
            <p:cNvSpPr/>
            <p:nvPr/>
          </p:nvSpPr>
          <p:spPr>
            <a:xfrm>
              <a:off x="2914984" y="2618478"/>
              <a:ext cx="90303" cy="90303"/>
            </a:xfrm>
            <a:prstGeom prst="ellipse">
              <a:avLst/>
            </a:prstGeom>
            <a:solidFill>
              <a:srgbClr val="1E1E1E">
                <a:alpha val="69803"/>
              </a:srgbClr>
            </a:solidFill>
            <a:ln w="9000" cap="rnd">
              <a:solidFill>
                <a:srgbClr val="1E1E1E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7" name="pt127"/>
            <p:cNvSpPr/>
            <p:nvPr/>
          </p:nvSpPr>
          <p:spPr>
            <a:xfrm>
              <a:off x="2914984" y="2463025"/>
              <a:ext cx="90303" cy="90303"/>
            </a:xfrm>
            <a:prstGeom prst="ellipse">
              <a:avLst/>
            </a:prstGeom>
            <a:solidFill>
              <a:srgbClr val="1E1E1E">
                <a:alpha val="69803"/>
              </a:srgbClr>
            </a:solidFill>
            <a:ln w="9000" cap="rnd">
              <a:solidFill>
                <a:srgbClr val="1E1E1E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8" name="pt128"/>
            <p:cNvSpPr/>
            <p:nvPr/>
          </p:nvSpPr>
          <p:spPr>
            <a:xfrm>
              <a:off x="3376339" y="2007030"/>
              <a:ext cx="90303" cy="90303"/>
            </a:xfrm>
            <a:prstGeom prst="ellipse">
              <a:avLst/>
            </a:prstGeom>
            <a:solidFill>
              <a:srgbClr val="1E1E1E">
                <a:alpha val="69803"/>
              </a:srgbClr>
            </a:solidFill>
            <a:ln w="9000" cap="rnd">
              <a:solidFill>
                <a:srgbClr val="1E1E1E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9" name="pt129"/>
            <p:cNvSpPr/>
            <p:nvPr/>
          </p:nvSpPr>
          <p:spPr>
            <a:xfrm>
              <a:off x="3376339" y="2411207"/>
              <a:ext cx="90303" cy="90303"/>
            </a:xfrm>
            <a:prstGeom prst="ellipse">
              <a:avLst/>
            </a:prstGeom>
            <a:solidFill>
              <a:srgbClr val="1E1E1E">
                <a:alpha val="69803"/>
              </a:srgbClr>
            </a:solidFill>
            <a:ln w="9000" cap="rnd">
              <a:solidFill>
                <a:srgbClr val="1E1E1E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0" name="pt130"/>
            <p:cNvSpPr/>
            <p:nvPr/>
          </p:nvSpPr>
          <p:spPr>
            <a:xfrm>
              <a:off x="2914984" y="2856839"/>
              <a:ext cx="90303" cy="90303"/>
            </a:xfrm>
            <a:prstGeom prst="ellipse">
              <a:avLst/>
            </a:prstGeom>
            <a:solidFill>
              <a:srgbClr val="0F0F0F">
                <a:alpha val="69803"/>
              </a:srgbClr>
            </a:solidFill>
            <a:ln w="9000" cap="rnd">
              <a:solidFill>
                <a:srgbClr val="0F0F0F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1" name="pt131"/>
            <p:cNvSpPr/>
            <p:nvPr/>
          </p:nvSpPr>
          <p:spPr>
            <a:xfrm>
              <a:off x="2914984" y="3271380"/>
              <a:ext cx="90303" cy="90303"/>
            </a:xfrm>
            <a:prstGeom prst="ellipse">
              <a:avLst/>
            </a:prstGeom>
            <a:solidFill>
              <a:srgbClr val="0F0F0F">
                <a:alpha val="69803"/>
              </a:srgbClr>
            </a:solidFill>
            <a:ln w="9000" cap="rnd">
              <a:solidFill>
                <a:srgbClr val="0F0F0F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2" name="pt132"/>
            <p:cNvSpPr/>
            <p:nvPr/>
          </p:nvSpPr>
          <p:spPr>
            <a:xfrm>
              <a:off x="3376339" y="2183210"/>
              <a:ext cx="90303" cy="90303"/>
            </a:xfrm>
            <a:prstGeom prst="ellipse">
              <a:avLst/>
            </a:prstGeom>
            <a:solidFill>
              <a:srgbClr val="0F0F0F">
                <a:alpha val="69803"/>
              </a:srgbClr>
            </a:solidFill>
            <a:ln w="9000" cap="rnd">
              <a:solidFill>
                <a:srgbClr val="0F0F0F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3" name="pt133"/>
            <p:cNvSpPr/>
            <p:nvPr/>
          </p:nvSpPr>
          <p:spPr>
            <a:xfrm>
              <a:off x="3376339" y="2235028"/>
              <a:ext cx="90303" cy="90303"/>
            </a:xfrm>
            <a:prstGeom prst="ellipse">
              <a:avLst/>
            </a:prstGeom>
            <a:solidFill>
              <a:srgbClr val="0F0F0F">
                <a:alpha val="69803"/>
              </a:srgbClr>
            </a:solidFill>
            <a:ln w="9000" cap="rnd">
              <a:solidFill>
                <a:srgbClr val="0F0F0F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4" name="pt134"/>
            <p:cNvSpPr/>
            <p:nvPr/>
          </p:nvSpPr>
          <p:spPr>
            <a:xfrm>
              <a:off x="2914984" y="2960474"/>
              <a:ext cx="90303" cy="90303"/>
            </a:xfrm>
            <a:prstGeom prst="ellipse">
              <a:avLst/>
            </a:prstGeom>
            <a:solidFill>
              <a:srgbClr val="252525">
                <a:alpha val="69803"/>
              </a:srgbClr>
            </a:solidFill>
            <a:ln w="9000" cap="rnd">
              <a:solidFill>
                <a:srgbClr val="252525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5" name="pt135"/>
            <p:cNvSpPr/>
            <p:nvPr/>
          </p:nvSpPr>
          <p:spPr>
            <a:xfrm>
              <a:off x="2914984" y="3136654"/>
              <a:ext cx="90303" cy="90303"/>
            </a:xfrm>
            <a:prstGeom prst="ellipse">
              <a:avLst/>
            </a:prstGeom>
            <a:solidFill>
              <a:srgbClr val="252525">
                <a:alpha val="69803"/>
              </a:srgbClr>
            </a:solidFill>
            <a:ln w="9000" cap="rnd">
              <a:solidFill>
                <a:srgbClr val="252525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6" name="pt136"/>
            <p:cNvSpPr/>
            <p:nvPr/>
          </p:nvSpPr>
          <p:spPr>
            <a:xfrm>
              <a:off x="3376339" y="2235028"/>
              <a:ext cx="90303" cy="90303"/>
            </a:xfrm>
            <a:prstGeom prst="ellipse">
              <a:avLst/>
            </a:prstGeom>
            <a:solidFill>
              <a:srgbClr val="252525">
                <a:alpha val="69803"/>
              </a:srgbClr>
            </a:solidFill>
            <a:ln w="9000" cap="rnd">
              <a:solidFill>
                <a:srgbClr val="252525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7" name="pt137"/>
            <p:cNvSpPr/>
            <p:nvPr/>
          </p:nvSpPr>
          <p:spPr>
            <a:xfrm>
              <a:off x="3376339" y="1934485"/>
              <a:ext cx="90303" cy="90303"/>
            </a:xfrm>
            <a:prstGeom prst="ellipse">
              <a:avLst/>
            </a:prstGeom>
            <a:solidFill>
              <a:srgbClr val="252525">
                <a:alpha val="69803"/>
              </a:srgbClr>
            </a:solidFill>
            <a:ln w="9000" cap="rnd">
              <a:solidFill>
                <a:srgbClr val="252525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8" name="rc138"/>
            <p:cNvSpPr/>
            <p:nvPr/>
          </p:nvSpPr>
          <p:spPr>
            <a:xfrm>
              <a:off x="2683322" y="1423116"/>
              <a:ext cx="1014982" cy="1983578"/>
            </a:xfrm>
            <a:prstGeom prst="rect">
              <a:avLst/>
            </a:prstGeom>
            <a:noFill/>
            <a:ln w="1355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9" name="rc139"/>
            <p:cNvSpPr/>
            <p:nvPr/>
          </p:nvSpPr>
          <p:spPr>
            <a:xfrm>
              <a:off x="1598750" y="1208264"/>
              <a:ext cx="1014982" cy="214852"/>
            </a:xfrm>
            <a:prstGeom prst="rect">
              <a:avLst/>
            </a:prstGeom>
            <a:solidFill>
              <a:srgbClr val="D9D9D9">
                <a:alpha val="100000"/>
              </a:srgbClr>
            </a:solidFill>
            <a:ln w="1355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0" name="tx140"/>
            <p:cNvSpPr/>
            <p:nvPr/>
          </p:nvSpPr>
          <p:spPr>
            <a:xfrm>
              <a:off x="2050372" y="1275685"/>
              <a:ext cx="111739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lang="en-US" sz="2000" b="1" i="0" dirty="0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LIA</a:t>
              </a:r>
              <a:endParaRPr sz="2000" b="1" i="0" dirty="0">
                <a:solidFill>
                  <a:srgbClr val="1A1A1A">
                    <a:alpha val="100000"/>
                  </a:srgbClr>
                </a:solidFill>
                <a:latin typeface="Arial"/>
                <a:cs typeface="Arial"/>
              </a:endParaRPr>
            </a:p>
          </p:txBody>
        </p:sp>
        <p:sp>
          <p:nvSpPr>
            <p:cNvPr id="141" name="rc141"/>
            <p:cNvSpPr/>
            <p:nvPr/>
          </p:nvSpPr>
          <p:spPr>
            <a:xfrm>
              <a:off x="2683322" y="1208264"/>
              <a:ext cx="1014982" cy="214852"/>
            </a:xfrm>
            <a:prstGeom prst="rect">
              <a:avLst/>
            </a:prstGeom>
            <a:solidFill>
              <a:srgbClr val="D9D9D9">
                <a:alpha val="100000"/>
              </a:srgbClr>
            </a:solidFill>
            <a:ln w="1355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2" name="tx142"/>
            <p:cNvSpPr/>
            <p:nvPr/>
          </p:nvSpPr>
          <p:spPr>
            <a:xfrm>
              <a:off x="3094573" y="1275685"/>
              <a:ext cx="192481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lang="en-US" sz="2000" b="1" i="0" dirty="0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RGM</a:t>
              </a:r>
              <a:endParaRPr sz="2000" b="1" i="0" dirty="0">
                <a:solidFill>
                  <a:srgbClr val="1A1A1A">
                    <a:alpha val="100000"/>
                  </a:srgbClr>
                </a:solidFill>
                <a:latin typeface="Arial"/>
                <a:cs typeface="Arial"/>
              </a:endParaRPr>
            </a:p>
          </p:txBody>
        </p:sp>
        <p:sp>
          <p:nvSpPr>
            <p:cNvPr id="143" name="pl143"/>
            <p:cNvSpPr/>
            <p:nvPr/>
          </p:nvSpPr>
          <p:spPr>
            <a:xfrm>
              <a:off x="1875564" y="3406694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4" name="pl144"/>
            <p:cNvSpPr/>
            <p:nvPr/>
          </p:nvSpPr>
          <p:spPr>
            <a:xfrm>
              <a:off x="2336919" y="3406694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5" name="tx145"/>
            <p:cNvSpPr/>
            <p:nvPr/>
          </p:nvSpPr>
          <p:spPr>
            <a:xfrm>
              <a:off x="1570611" y="3469325"/>
              <a:ext cx="609904" cy="14548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lang="en-US" sz="1600" b="1" i="0" dirty="0">
                  <a:latin typeface="Arial"/>
                  <a:cs typeface="Arial"/>
                </a:rPr>
                <a:t>reference</a:t>
              </a:r>
              <a:endParaRPr sz="1600" b="1" i="0" dirty="0">
                <a:latin typeface="Arial"/>
                <a:cs typeface="Arial"/>
              </a:endParaRPr>
            </a:p>
          </p:txBody>
        </p:sp>
        <p:sp>
          <p:nvSpPr>
            <p:cNvPr id="146" name="tx146"/>
            <p:cNvSpPr/>
            <p:nvPr/>
          </p:nvSpPr>
          <p:spPr>
            <a:xfrm>
              <a:off x="2060176" y="3469325"/>
              <a:ext cx="553486" cy="14548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1600" b="1" i="0" dirty="0">
                  <a:latin typeface="Arial"/>
                  <a:cs typeface="Arial"/>
                </a:rPr>
                <a:t>latrine</a:t>
              </a:r>
            </a:p>
          </p:txBody>
        </p:sp>
        <p:sp>
          <p:nvSpPr>
            <p:cNvPr id="147" name="pl147"/>
            <p:cNvSpPr/>
            <p:nvPr/>
          </p:nvSpPr>
          <p:spPr>
            <a:xfrm>
              <a:off x="2960136" y="3406694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8" name="pl148"/>
            <p:cNvSpPr/>
            <p:nvPr/>
          </p:nvSpPr>
          <p:spPr>
            <a:xfrm>
              <a:off x="3421491" y="3406694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9" name="tx149"/>
            <p:cNvSpPr/>
            <p:nvPr/>
          </p:nvSpPr>
          <p:spPr>
            <a:xfrm>
              <a:off x="2655183" y="3469325"/>
              <a:ext cx="609904" cy="14548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lang="en-US" sz="1600" b="1" i="0" dirty="0">
                  <a:latin typeface="Arial"/>
                  <a:cs typeface="Arial"/>
                </a:rPr>
                <a:t>reference</a:t>
              </a:r>
              <a:endParaRPr sz="1600" b="1" i="0" dirty="0">
                <a:latin typeface="Arial"/>
                <a:cs typeface="Arial"/>
              </a:endParaRPr>
            </a:p>
          </p:txBody>
        </p:sp>
        <p:sp>
          <p:nvSpPr>
            <p:cNvPr id="150" name="tx150"/>
            <p:cNvSpPr/>
            <p:nvPr/>
          </p:nvSpPr>
          <p:spPr>
            <a:xfrm>
              <a:off x="3144748" y="3469325"/>
              <a:ext cx="553486" cy="14548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1600" b="1" i="0" dirty="0">
                  <a:latin typeface="Arial"/>
                  <a:cs typeface="Arial"/>
                </a:rPr>
                <a:t>latrine</a:t>
              </a:r>
            </a:p>
          </p:txBody>
        </p:sp>
        <p:sp>
          <p:nvSpPr>
            <p:cNvPr id="151" name="tx151"/>
            <p:cNvSpPr/>
            <p:nvPr/>
          </p:nvSpPr>
          <p:spPr>
            <a:xfrm>
              <a:off x="1375846" y="3223064"/>
              <a:ext cx="226039" cy="14548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1600" b="0" i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50</a:t>
              </a:r>
            </a:p>
          </p:txBody>
        </p:sp>
        <p:sp>
          <p:nvSpPr>
            <p:cNvPr id="152" name="tx152"/>
            <p:cNvSpPr/>
            <p:nvPr/>
          </p:nvSpPr>
          <p:spPr>
            <a:xfrm>
              <a:off x="1262826" y="2704888"/>
              <a:ext cx="339059" cy="14548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1600" b="0" i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100</a:t>
              </a:r>
            </a:p>
          </p:txBody>
        </p:sp>
        <p:sp>
          <p:nvSpPr>
            <p:cNvPr id="153" name="tx153"/>
            <p:cNvSpPr/>
            <p:nvPr/>
          </p:nvSpPr>
          <p:spPr>
            <a:xfrm>
              <a:off x="1262826" y="2186712"/>
              <a:ext cx="339059" cy="14548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1600" b="0" i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150</a:t>
              </a:r>
            </a:p>
          </p:txBody>
        </p:sp>
        <p:sp>
          <p:nvSpPr>
            <p:cNvPr id="154" name="tx154"/>
            <p:cNvSpPr/>
            <p:nvPr/>
          </p:nvSpPr>
          <p:spPr>
            <a:xfrm>
              <a:off x="1262826" y="1668536"/>
              <a:ext cx="339059" cy="14548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1600" b="0" i="0" dirty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200</a:t>
              </a:r>
            </a:p>
          </p:txBody>
        </p:sp>
        <p:sp>
          <p:nvSpPr>
            <p:cNvPr id="155" name="pl155"/>
            <p:cNvSpPr/>
            <p:nvPr/>
          </p:nvSpPr>
          <p:spPr>
            <a:xfrm>
              <a:off x="1563956" y="3295805"/>
              <a:ext cx="34794" cy="0"/>
            </a:xfrm>
            <a:custGeom>
              <a:avLst/>
              <a:gdLst/>
              <a:ahLst/>
              <a:cxnLst/>
              <a:rect l="0" t="0" r="0" b="0"/>
              <a:pathLst>
                <a:path w="34794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6" name="pl156"/>
            <p:cNvSpPr/>
            <p:nvPr/>
          </p:nvSpPr>
          <p:spPr>
            <a:xfrm>
              <a:off x="1563956" y="2777629"/>
              <a:ext cx="34794" cy="0"/>
            </a:xfrm>
            <a:custGeom>
              <a:avLst/>
              <a:gdLst/>
              <a:ahLst/>
              <a:cxnLst/>
              <a:rect l="0" t="0" r="0" b="0"/>
              <a:pathLst>
                <a:path w="34794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7" name="pl157"/>
            <p:cNvSpPr/>
            <p:nvPr/>
          </p:nvSpPr>
          <p:spPr>
            <a:xfrm>
              <a:off x="1563956" y="2259452"/>
              <a:ext cx="34794" cy="0"/>
            </a:xfrm>
            <a:custGeom>
              <a:avLst/>
              <a:gdLst/>
              <a:ahLst/>
              <a:cxnLst/>
              <a:rect l="0" t="0" r="0" b="0"/>
              <a:pathLst>
                <a:path w="34794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8" name="pl158"/>
            <p:cNvSpPr/>
            <p:nvPr/>
          </p:nvSpPr>
          <p:spPr>
            <a:xfrm>
              <a:off x="1563956" y="1741276"/>
              <a:ext cx="34794" cy="0"/>
            </a:xfrm>
            <a:custGeom>
              <a:avLst/>
              <a:gdLst/>
              <a:ahLst/>
              <a:cxnLst/>
              <a:rect l="0" t="0" r="0" b="0"/>
              <a:pathLst>
                <a:path w="34794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9" name="tx159"/>
            <p:cNvSpPr/>
            <p:nvPr/>
          </p:nvSpPr>
          <p:spPr>
            <a:xfrm rot="16200000">
              <a:off x="450944" y="2333066"/>
              <a:ext cx="1549725" cy="163677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lang="en-US" b="1" dirty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Genus</a:t>
              </a:r>
              <a:r>
                <a:rPr sz="1800" b="1" i="0" dirty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 Richness</a:t>
              </a:r>
            </a:p>
          </p:txBody>
        </p:sp>
        <p:sp>
          <p:nvSpPr>
            <p:cNvPr id="160" name="rc160"/>
            <p:cNvSpPr/>
            <p:nvPr/>
          </p:nvSpPr>
          <p:spPr>
            <a:xfrm>
              <a:off x="3837483" y="1697142"/>
              <a:ext cx="698516" cy="143552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161" name="tx161"/>
            <p:cNvSpPr/>
            <p:nvPr/>
          </p:nvSpPr>
          <p:spPr>
            <a:xfrm>
              <a:off x="3907072" y="1781453"/>
              <a:ext cx="559338" cy="100035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lang="en-US" sz="1100" dirty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E</a:t>
              </a:r>
              <a:r>
                <a:rPr sz="1100" b="0" i="0" dirty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levation</a:t>
              </a:r>
            </a:p>
          </p:txBody>
        </p:sp>
        <p:pic>
          <p:nvPicPr>
            <p:cNvPr id="162" name="pic162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907072" y="1965799"/>
              <a:ext cx="219455" cy="1097280"/>
            </a:xfrm>
            <a:prstGeom prst="rect">
              <a:avLst/>
            </a:prstGeom>
          </p:spPr>
        </p:pic>
        <p:sp>
          <p:nvSpPr>
            <p:cNvPr id="163" name="pl163"/>
            <p:cNvSpPr/>
            <p:nvPr/>
          </p:nvSpPr>
          <p:spPr>
            <a:xfrm>
              <a:off x="4082637" y="2734632"/>
              <a:ext cx="43891" cy="0"/>
            </a:xfrm>
            <a:custGeom>
              <a:avLst/>
              <a:gdLst/>
              <a:ahLst/>
              <a:cxnLst/>
              <a:rect l="0" t="0" r="0" b="0"/>
              <a:pathLst>
                <a:path w="43891">
                  <a:moveTo>
                    <a:pt x="0" y="0"/>
                  </a:moveTo>
                  <a:lnTo>
                    <a:pt x="43891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4" name="pl164"/>
            <p:cNvSpPr/>
            <p:nvPr/>
          </p:nvSpPr>
          <p:spPr>
            <a:xfrm>
              <a:off x="4082637" y="2367644"/>
              <a:ext cx="43891" cy="0"/>
            </a:xfrm>
            <a:custGeom>
              <a:avLst/>
              <a:gdLst/>
              <a:ahLst/>
              <a:cxnLst/>
              <a:rect l="0" t="0" r="0" b="0"/>
              <a:pathLst>
                <a:path w="43891">
                  <a:moveTo>
                    <a:pt x="0" y="0"/>
                  </a:moveTo>
                  <a:lnTo>
                    <a:pt x="43891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5" name="pl165"/>
            <p:cNvSpPr/>
            <p:nvPr/>
          </p:nvSpPr>
          <p:spPr>
            <a:xfrm>
              <a:off x="4082637" y="2000657"/>
              <a:ext cx="43891" cy="0"/>
            </a:xfrm>
            <a:custGeom>
              <a:avLst/>
              <a:gdLst/>
              <a:ahLst/>
              <a:cxnLst/>
              <a:rect l="0" t="0" r="0" b="0"/>
              <a:pathLst>
                <a:path w="43891">
                  <a:moveTo>
                    <a:pt x="0" y="0"/>
                  </a:moveTo>
                  <a:lnTo>
                    <a:pt x="43891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6" name="pl166"/>
            <p:cNvSpPr/>
            <p:nvPr/>
          </p:nvSpPr>
          <p:spPr>
            <a:xfrm>
              <a:off x="3907072" y="2734632"/>
              <a:ext cx="43891" cy="0"/>
            </a:xfrm>
            <a:custGeom>
              <a:avLst/>
              <a:gdLst/>
              <a:ahLst/>
              <a:cxnLst/>
              <a:rect l="0" t="0" r="0" b="0"/>
              <a:pathLst>
                <a:path w="43891">
                  <a:moveTo>
                    <a:pt x="43891" y="0"/>
                  </a:moveTo>
                  <a:lnTo>
                    <a:pt x="0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7" name="pl167"/>
            <p:cNvSpPr/>
            <p:nvPr/>
          </p:nvSpPr>
          <p:spPr>
            <a:xfrm>
              <a:off x="3907072" y="2367644"/>
              <a:ext cx="43891" cy="0"/>
            </a:xfrm>
            <a:custGeom>
              <a:avLst/>
              <a:gdLst/>
              <a:ahLst/>
              <a:cxnLst/>
              <a:rect l="0" t="0" r="0" b="0"/>
              <a:pathLst>
                <a:path w="43891">
                  <a:moveTo>
                    <a:pt x="43891" y="0"/>
                  </a:moveTo>
                  <a:lnTo>
                    <a:pt x="0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8" name="pl168"/>
            <p:cNvSpPr/>
            <p:nvPr/>
          </p:nvSpPr>
          <p:spPr>
            <a:xfrm>
              <a:off x="3907072" y="2000657"/>
              <a:ext cx="43891" cy="0"/>
            </a:xfrm>
            <a:custGeom>
              <a:avLst/>
              <a:gdLst/>
              <a:ahLst/>
              <a:cxnLst/>
              <a:rect l="0" t="0" r="0" b="0"/>
              <a:pathLst>
                <a:path w="43891">
                  <a:moveTo>
                    <a:pt x="43891" y="0"/>
                  </a:moveTo>
                  <a:lnTo>
                    <a:pt x="0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9" name="tx169"/>
            <p:cNvSpPr/>
            <p:nvPr/>
          </p:nvSpPr>
          <p:spPr>
            <a:xfrm>
              <a:off x="4196117" y="2694627"/>
              <a:ext cx="248716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880" b="0" i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5200</a:t>
              </a:r>
            </a:p>
          </p:txBody>
        </p:sp>
        <p:sp>
          <p:nvSpPr>
            <p:cNvPr id="170" name="tx170"/>
            <p:cNvSpPr/>
            <p:nvPr/>
          </p:nvSpPr>
          <p:spPr>
            <a:xfrm>
              <a:off x="4196117" y="2327639"/>
              <a:ext cx="248716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880" b="0" i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5300</a:t>
              </a:r>
            </a:p>
          </p:txBody>
        </p:sp>
        <p:sp>
          <p:nvSpPr>
            <p:cNvPr id="171" name="tx171"/>
            <p:cNvSpPr/>
            <p:nvPr/>
          </p:nvSpPr>
          <p:spPr>
            <a:xfrm>
              <a:off x="4196117" y="1960652"/>
              <a:ext cx="248716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880" b="0" i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5400</a:t>
              </a:r>
            </a:p>
          </p:txBody>
        </p:sp>
        <p:sp>
          <p:nvSpPr>
            <p:cNvPr id="172" name="tx172"/>
            <p:cNvSpPr/>
            <p:nvPr/>
          </p:nvSpPr>
          <p:spPr>
            <a:xfrm>
              <a:off x="1649043" y="950399"/>
              <a:ext cx="1998969" cy="14548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1600" b="0" i="0" dirty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a) 16S Alpha Diversity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01">
            <a:extLst>
              <a:ext uri="{FF2B5EF4-FFF2-40B4-BE49-F238E27FC236}">
                <a16:creationId xmlns:a16="http://schemas.microsoft.com/office/drawing/2014/main" id="{9FE1B84D-559D-4497-8C2E-38D648165B74}"/>
              </a:ext>
            </a:extLst>
          </p:cNvPr>
          <p:cNvGrpSpPr/>
          <p:nvPr/>
        </p:nvGrpSpPr>
        <p:grpSpPr>
          <a:xfrm>
            <a:off x="-108520" y="548680"/>
            <a:ext cx="9665208" cy="5952744"/>
            <a:chOff x="107504" y="612415"/>
            <a:chExt cx="9665208" cy="5952744"/>
          </a:xfrm>
        </p:grpSpPr>
        <p:grpSp>
          <p:nvGrpSpPr>
            <p:cNvPr id="3" name="Group 1"/>
            <p:cNvGrpSpPr/>
            <p:nvPr/>
          </p:nvGrpSpPr>
          <p:grpSpPr>
            <a:xfrm>
              <a:off x="107504" y="612415"/>
              <a:ext cx="9665208" cy="5952744"/>
              <a:chOff x="914400" y="914400"/>
              <a:chExt cx="3657600" cy="2743200"/>
            </a:xfrm>
          </p:grpSpPr>
          <p:sp>
            <p:nvSpPr>
              <p:cNvPr id="4" name="rc3"/>
              <p:cNvSpPr/>
              <p:nvPr/>
            </p:nvSpPr>
            <p:spPr>
              <a:xfrm>
                <a:off x="914400" y="914400"/>
                <a:ext cx="3657600" cy="2743200"/>
              </a:xfrm>
              <a:prstGeom prst="rect">
                <a:avLst/>
              </a:prstGeom>
              <a:solidFill>
                <a:srgbClr val="FFFFFF">
                  <a:alpha val="100000"/>
                </a:srgbClr>
              </a:solidFill>
              <a:ln w="9525" cap="rnd">
                <a:solidFill>
                  <a:srgbClr val="FFFFFF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5" name="rc5"/>
              <p:cNvSpPr/>
              <p:nvPr/>
            </p:nvSpPr>
            <p:spPr>
              <a:xfrm>
                <a:off x="1609814" y="1208264"/>
                <a:ext cx="1332555" cy="1951769"/>
              </a:xfrm>
              <a:prstGeom prst="rect">
                <a:avLst/>
              </a:prstGeom>
              <a:solidFill>
                <a:srgbClr val="FFFFFF">
                  <a:alpha val="100000"/>
                </a:srgbClr>
              </a:solidFill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6" name="pl6"/>
              <p:cNvSpPr/>
              <p:nvPr/>
            </p:nvSpPr>
            <p:spPr>
              <a:xfrm>
                <a:off x="1609814" y="3076797"/>
                <a:ext cx="1332555" cy="0"/>
              </a:xfrm>
              <a:custGeom>
                <a:avLst/>
                <a:gdLst/>
                <a:ahLst/>
                <a:cxnLst/>
                <a:rect l="0" t="0" r="0" b="0"/>
                <a:pathLst>
                  <a:path w="1332555">
                    <a:moveTo>
                      <a:pt x="0" y="0"/>
                    </a:moveTo>
                    <a:lnTo>
                      <a:pt x="1332555" y="0"/>
                    </a:lnTo>
                    <a:lnTo>
                      <a:pt x="1332555" y="0"/>
                    </a:lnTo>
                  </a:path>
                </a:pathLst>
              </a:custGeom>
              <a:ln w="6775" cap="flat">
                <a:solidFill>
                  <a:srgbClr val="EBEBEB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7" name="pl7"/>
              <p:cNvSpPr/>
              <p:nvPr/>
            </p:nvSpPr>
            <p:spPr>
              <a:xfrm>
                <a:off x="1609814" y="2401749"/>
                <a:ext cx="1332555" cy="0"/>
              </a:xfrm>
              <a:custGeom>
                <a:avLst/>
                <a:gdLst/>
                <a:ahLst/>
                <a:cxnLst/>
                <a:rect l="0" t="0" r="0" b="0"/>
                <a:pathLst>
                  <a:path w="1332555">
                    <a:moveTo>
                      <a:pt x="0" y="0"/>
                    </a:moveTo>
                    <a:lnTo>
                      <a:pt x="1332555" y="0"/>
                    </a:lnTo>
                    <a:lnTo>
                      <a:pt x="1332555" y="0"/>
                    </a:lnTo>
                  </a:path>
                </a:pathLst>
              </a:custGeom>
              <a:ln w="6775" cap="flat">
                <a:solidFill>
                  <a:srgbClr val="EBEBEB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8" name="pl8"/>
              <p:cNvSpPr/>
              <p:nvPr/>
            </p:nvSpPr>
            <p:spPr>
              <a:xfrm>
                <a:off x="1609814" y="1726701"/>
                <a:ext cx="1332555" cy="0"/>
              </a:xfrm>
              <a:custGeom>
                <a:avLst/>
                <a:gdLst/>
                <a:ahLst/>
                <a:cxnLst/>
                <a:rect l="0" t="0" r="0" b="0"/>
                <a:pathLst>
                  <a:path w="1332555">
                    <a:moveTo>
                      <a:pt x="0" y="0"/>
                    </a:moveTo>
                    <a:lnTo>
                      <a:pt x="1332555" y="0"/>
                    </a:lnTo>
                    <a:lnTo>
                      <a:pt x="1332555" y="0"/>
                    </a:lnTo>
                  </a:path>
                </a:pathLst>
              </a:custGeom>
              <a:ln w="6775" cap="flat">
                <a:solidFill>
                  <a:srgbClr val="EBEBEB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9" name="pl9"/>
              <p:cNvSpPr/>
              <p:nvPr/>
            </p:nvSpPr>
            <p:spPr>
              <a:xfrm>
                <a:off x="1907088" y="1208264"/>
                <a:ext cx="0" cy="1951769"/>
              </a:xfrm>
              <a:custGeom>
                <a:avLst/>
                <a:gdLst/>
                <a:ahLst/>
                <a:cxnLst/>
                <a:rect l="0" t="0" r="0" b="0"/>
                <a:pathLst>
                  <a:path h="1951769">
                    <a:moveTo>
                      <a:pt x="0" y="1951769"/>
                    </a:moveTo>
                    <a:lnTo>
                      <a:pt x="0" y="0"/>
                    </a:lnTo>
                    <a:lnTo>
                      <a:pt x="0" y="0"/>
                    </a:lnTo>
                  </a:path>
                </a:pathLst>
              </a:custGeom>
              <a:ln w="6775" cap="flat">
                <a:solidFill>
                  <a:srgbClr val="EBEBEB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10" name="pl10"/>
              <p:cNvSpPr/>
              <p:nvPr/>
            </p:nvSpPr>
            <p:spPr>
              <a:xfrm>
                <a:off x="2263470" y="1208264"/>
                <a:ext cx="0" cy="1951769"/>
              </a:xfrm>
              <a:custGeom>
                <a:avLst/>
                <a:gdLst/>
                <a:ahLst/>
                <a:cxnLst/>
                <a:rect l="0" t="0" r="0" b="0"/>
                <a:pathLst>
                  <a:path h="1951769">
                    <a:moveTo>
                      <a:pt x="0" y="1951769"/>
                    </a:moveTo>
                    <a:lnTo>
                      <a:pt x="0" y="0"/>
                    </a:lnTo>
                    <a:lnTo>
                      <a:pt x="0" y="0"/>
                    </a:lnTo>
                  </a:path>
                </a:pathLst>
              </a:custGeom>
              <a:ln w="6775" cap="flat">
                <a:solidFill>
                  <a:srgbClr val="EBEBEB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11" name="pl11"/>
              <p:cNvSpPr/>
              <p:nvPr/>
            </p:nvSpPr>
            <p:spPr>
              <a:xfrm>
                <a:off x="2619852" y="1208264"/>
                <a:ext cx="0" cy="1951769"/>
              </a:xfrm>
              <a:custGeom>
                <a:avLst/>
                <a:gdLst/>
                <a:ahLst/>
                <a:cxnLst/>
                <a:rect l="0" t="0" r="0" b="0"/>
                <a:pathLst>
                  <a:path h="1951769">
                    <a:moveTo>
                      <a:pt x="0" y="1951769"/>
                    </a:moveTo>
                    <a:lnTo>
                      <a:pt x="0" y="0"/>
                    </a:lnTo>
                    <a:lnTo>
                      <a:pt x="0" y="0"/>
                    </a:lnTo>
                  </a:path>
                </a:pathLst>
              </a:custGeom>
              <a:ln w="6775" cap="flat">
                <a:solidFill>
                  <a:srgbClr val="EBEBEB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12" name="pl12"/>
              <p:cNvSpPr/>
              <p:nvPr/>
            </p:nvSpPr>
            <p:spPr>
              <a:xfrm>
                <a:off x="1609814" y="2739273"/>
                <a:ext cx="1332555" cy="0"/>
              </a:xfrm>
              <a:custGeom>
                <a:avLst/>
                <a:gdLst/>
                <a:ahLst/>
                <a:cxnLst/>
                <a:rect l="0" t="0" r="0" b="0"/>
                <a:pathLst>
                  <a:path w="1332555">
                    <a:moveTo>
                      <a:pt x="0" y="0"/>
                    </a:moveTo>
                    <a:lnTo>
                      <a:pt x="1332555" y="0"/>
                    </a:lnTo>
                    <a:lnTo>
                      <a:pt x="1332555" y="0"/>
                    </a:lnTo>
                  </a:path>
                </a:pathLst>
              </a:custGeom>
              <a:ln w="13550" cap="flat">
                <a:solidFill>
                  <a:srgbClr val="EBEBEB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13" name="pl13"/>
              <p:cNvSpPr/>
              <p:nvPr/>
            </p:nvSpPr>
            <p:spPr>
              <a:xfrm>
                <a:off x="1609814" y="2064225"/>
                <a:ext cx="1332555" cy="0"/>
              </a:xfrm>
              <a:custGeom>
                <a:avLst/>
                <a:gdLst/>
                <a:ahLst/>
                <a:cxnLst/>
                <a:rect l="0" t="0" r="0" b="0"/>
                <a:pathLst>
                  <a:path w="1332555">
                    <a:moveTo>
                      <a:pt x="0" y="0"/>
                    </a:moveTo>
                    <a:lnTo>
                      <a:pt x="1332555" y="0"/>
                    </a:lnTo>
                    <a:lnTo>
                      <a:pt x="1332555" y="0"/>
                    </a:lnTo>
                  </a:path>
                </a:pathLst>
              </a:custGeom>
              <a:ln w="13550" cap="flat">
                <a:solidFill>
                  <a:srgbClr val="EBEBEB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14" name="pl14"/>
              <p:cNvSpPr/>
              <p:nvPr/>
            </p:nvSpPr>
            <p:spPr>
              <a:xfrm>
                <a:off x="1609814" y="1389177"/>
                <a:ext cx="1332555" cy="0"/>
              </a:xfrm>
              <a:custGeom>
                <a:avLst/>
                <a:gdLst/>
                <a:ahLst/>
                <a:cxnLst/>
                <a:rect l="0" t="0" r="0" b="0"/>
                <a:pathLst>
                  <a:path w="1332555">
                    <a:moveTo>
                      <a:pt x="0" y="0"/>
                    </a:moveTo>
                    <a:lnTo>
                      <a:pt x="1332555" y="0"/>
                    </a:lnTo>
                    <a:lnTo>
                      <a:pt x="1332555" y="0"/>
                    </a:lnTo>
                  </a:path>
                </a:pathLst>
              </a:custGeom>
              <a:ln w="13550" cap="flat">
                <a:solidFill>
                  <a:srgbClr val="EBEBEB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15" name="pl15"/>
              <p:cNvSpPr/>
              <p:nvPr/>
            </p:nvSpPr>
            <p:spPr>
              <a:xfrm>
                <a:off x="1728897" y="1208264"/>
                <a:ext cx="0" cy="1951769"/>
              </a:xfrm>
              <a:custGeom>
                <a:avLst/>
                <a:gdLst/>
                <a:ahLst/>
                <a:cxnLst/>
                <a:rect l="0" t="0" r="0" b="0"/>
                <a:pathLst>
                  <a:path h="1951769">
                    <a:moveTo>
                      <a:pt x="0" y="1951769"/>
                    </a:moveTo>
                    <a:lnTo>
                      <a:pt x="0" y="0"/>
                    </a:lnTo>
                    <a:lnTo>
                      <a:pt x="0" y="0"/>
                    </a:lnTo>
                  </a:path>
                </a:pathLst>
              </a:custGeom>
              <a:ln w="13550" cap="flat">
                <a:solidFill>
                  <a:srgbClr val="EBEBEB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16" name="pl16"/>
              <p:cNvSpPr/>
              <p:nvPr/>
            </p:nvSpPr>
            <p:spPr>
              <a:xfrm>
                <a:off x="2085279" y="1208264"/>
                <a:ext cx="0" cy="1951769"/>
              </a:xfrm>
              <a:custGeom>
                <a:avLst/>
                <a:gdLst/>
                <a:ahLst/>
                <a:cxnLst/>
                <a:rect l="0" t="0" r="0" b="0"/>
                <a:pathLst>
                  <a:path h="1951769">
                    <a:moveTo>
                      <a:pt x="0" y="1951769"/>
                    </a:moveTo>
                    <a:lnTo>
                      <a:pt x="0" y="0"/>
                    </a:lnTo>
                    <a:lnTo>
                      <a:pt x="0" y="0"/>
                    </a:lnTo>
                  </a:path>
                </a:pathLst>
              </a:custGeom>
              <a:ln w="13550" cap="flat">
                <a:solidFill>
                  <a:srgbClr val="EBEBEB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17" name="pl17"/>
              <p:cNvSpPr/>
              <p:nvPr/>
            </p:nvSpPr>
            <p:spPr>
              <a:xfrm>
                <a:off x="2441661" y="1208264"/>
                <a:ext cx="0" cy="1951769"/>
              </a:xfrm>
              <a:custGeom>
                <a:avLst/>
                <a:gdLst/>
                <a:ahLst/>
                <a:cxnLst/>
                <a:rect l="0" t="0" r="0" b="0"/>
                <a:pathLst>
                  <a:path h="1951769">
                    <a:moveTo>
                      <a:pt x="0" y="1951769"/>
                    </a:moveTo>
                    <a:lnTo>
                      <a:pt x="0" y="0"/>
                    </a:lnTo>
                    <a:lnTo>
                      <a:pt x="0" y="0"/>
                    </a:lnTo>
                  </a:path>
                </a:pathLst>
              </a:custGeom>
              <a:ln w="13550" cap="flat">
                <a:solidFill>
                  <a:srgbClr val="EBEBEB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18" name="pl18"/>
              <p:cNvSpPr/>
              <p:nvPr/>
            </p:nvSpPr>
            <p:spPr>
              <a:xfrm>
                <a:off x="2798043" y="1208264"/>
                <a:ext cx="0" cy="1951769"/>
              </a:xfrm>
              <a:custGeom>
                <a:avLst/>
                <a:gdLst/>
                <a:ahLst/>
                <a:cxnLst/>
                <a:rect l="0" t="0" r="0" b="0"/>
                <a:pathLst>
                  <a:path h="1951769">
                    <a:moveTo>
                      <a:pt x="0" y="1951769"/>
                    </a:moveTo>
                    <a:lnTo>
                      <a:pt x="0" y="0"/>
                    </a:lnTo>
                    <a:lnTo>
                      <a:pt x="0" y="0"/>
                    </a:lnTo>
                  </a:path>
                </a:pathLst>
              </a:custGeom>
              <a:ln w="13550" cap="flat">
                <a:solidFill>
                  <a:srgbClr val="EBEBEB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19" name="pg19"/>
              <p:cNvSpPr/>
              <p:nvPr/>
            </p:nvSpPr>
            <p:spPr>
              <a:xfrm>
                <a:off x="2250318" y="1299000"/>
                <a:ext cx="311205" cy="143396"/>
              </a:xfrm>
              <a:custGeom>
                <a:avLst/>
                <a:gdLst/>
                <a:ahLst/>
                <a:cxnLst/>
                <a:rect l="0" t="0" r="0" b="0"/>
                <a:pathLst>
                  <a:path w="311205" h="143396">
                    <a:moveTo>
                      <a:pt x="311205" y="143396"/>
                    </a:moveTo>
                    <a:lnTo>
                      <a:pt x="0" y="33106"/>
                    </a:lnTo>
                    <a:lnTo>
                      <a:pt x="277078" y="0"/>
                    </a:lnTo>
                    <a:close/>
                  </a:path>
                </a:pathLst>
              </a:custGeom>
              <a:solidFill>
                <a:srgbClr val="F8766D">
                  <a:alpha val="10196"/>
                </a:srgbClr>
              </a:solidFill>
              <a:ln w="13550" cap="flat">
                <a:solidFill>
                  <a:srgbClr val="008B8B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20" name="pg20"/>
              <p:cNvSpPr/>
              <p:nvPr/>
            </p:nvSpPr>
            <p:spPr>
              <a:xfrm>
                <a:off x="1670385" y="1296980"/>
                <a:ext cx="974715" cy="1774336"/>
              </a:xfrm>
              <a:custGeom>
                <a:avLst/>
                <a:gdLst/>
                <a:ahLst/>
                <a:cxnLst/>
                <a:rect l="0" t="0" r="0" b="0"/>
                <a:pathLst>
                  <a:path w="974715" h="1774336">
                    <a:moveTo>
                      <a:pt x="917326" y="728349"/>
                    </a:moveTo>
                    <a:lnTo>
                      <a:pt x="153914" y="1774336"/>
                    </a:lnTo>
                    <a:lnTo>
                      <a:pt x="91268" y="1603929"/>
                    </a:lnTo>
                    <a:lnTo>
                      <a:pt x="0" y="1252870"/>
                    </a:lnTo>
                    <a:lnTo>
                      <a:pt x="135389" y="562471"/>
                    </a:lnTo>
                    <a:lnTo>
                      <a:pt x="505976" y="94184"/>
                    </a:lnTo>
                    <a:lnTo>
                      <a:pt x="593921" y="0"/>
                    </a:lnTo>
                    <a:lnTo>
                      <a:pt x="775588" y="82714"/>
                    </a:lnTo>
                    <a:lnTo>
                      <a:pt x="852694" y="195373"/>
                    </a:lnTo>
                    <a:lnTo>
                      <a:pt x="974715" y="425683"/>
                    </a:lnTo>
                    <a:close/>
                  </a:path>
                </a:pathLst>
              </a:custGeom>
              <a:solidFill>
                <a:srgbClr val="7CAE00">
                  <a:alpha val="10196"/>
                </a:srgbClr>
              </a:solidFill>
              <a:ln w="13550" cap="flat">
                <a:solidFill>
                  <a:srgbClr val="00EEEE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21" name="pg21"/>
              <p:cNvSpPr/>
              <p:nvPr/>
            </p:nvSpPr>
            <p:spPr>
              <a:xfrm>
                <a:off x="2643491" y="1751548"/>
                <a:ext cx="162547" cy="728071"/>
              </a:xfrm>
              <a:custGeom>
                <a:avLst/>
                <a:gdLst/>
                <a:ahLst/>
                <a:cxnLst/>
                <a:rect l="0" t="0" r="0" b="0"/>
                <a:pathLst>
                  <a:path w="162547" h="728071">
                    <a:moveTo>
                      <a:pt x="162547" y="728071"/>
                    </a:moveTo>
                    <a:lnTo>
                      <a:pt x="9823" y="342337"/>
                    </a:lnTo>
                    <a:lnTo>
                      <a:pt x="0" y="0"/>
                    </a:lnTo>
                    <a:lnTo>
                      <a:pt x="125706" y="343635"/>
                    </a:lnTo>
                    <a:close/>
                  </a:path>
                </a:pathLst>
              </a:custGeom>
              <a:solidFill>
                <a:srgbClr val="00BFC4">
                  <a:alpha val="10196"/>
                </a:srgbClr>
              </a:solidFill>
              <a:ln w="13550" cap="flat">
                <a:solidFill>
                  <a:srgbClr val="551A8B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22" name="pg22"/>
              <p:cNvSpPr/>
              <p:nvPr/>
            </p:nvSpPr>
            <p:spPr>
              <a:xfrm>
                <a:off x="2612108" y="1813389"/>
                <a:ext cx="269691" cy="946124"/>
              </a:xfrm>
              <a:custGeom>
                <a:avLst/>
                <a:gdLst/>
                <a:ahLst/>
                <a:cxnLst/>
                <a:rect l="0" t="0" r="0" b="0"/>
                <a:pathLst>
                  <a:path w="269691" h="946124">
                    <a:moveTo>
                      <a:pt x="269691" y="532930"/>
                    </a:moveTo>
                    <a:lnTo>
                      <a:pt x="259493" y="632888"/>
                    </a:lnTo>
                    <a:lnTo>
                      <a:pt x="225237" y="946124"/>
                    </a:lnTo>
                    <a:lnTo>
                      <a:pt x="3258" y="692459"/>
                    </a:lnTo>
                    <a:lnTo>
                      <a:pt x="0" y="264327"/>
                    </a:lnTo>
                    <a:lnTo>
                      <a:pt x="24347" y="19034"/>
                    </a:lnTo>
                    <a:lnTo>
                      <a:pt x="80672" y="0"/>
                    </a:lnTo>
                    <a:close/>
                  </a:path>
                </a:pathLst>
              </a:custGeom>
              <a:solidFill>
                <a:srgbClr val="C77CFF">
                  <a:alpha val="10196"/>
                </a:srgbClr>
              </a:solidFill>
              <a:ln w="13550" cap="flat">
                <a:solidFill>
                  <a:srgbClr val="9B30FF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23" name="pt23"/>
              <p:cNvSpPr/>
              <p:nvPr/>
            </p:nvSpPr>
            <p:spPr>
              <a:xfrm>
                <a:off x="2599949" y="1677512"/>
                <a:ext cx="90303" cy="90303"/>
              </a:xfrm>
              <a:prstGeom prst="ellipse">
                <a:avLst/>
              </a:prstGeom>
              <a:solidFill>
                <a:srgbClr val="00EEEE">
                  <a:alpha val="100000"/>
                </a:srgbClr>
              </a:solidFill>
              <a:ln w="9000" cap="rnd">
                <a:solidFill>
                  <a:srgbClr val="00EEEE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24" name="pt24"/>
              <p:cNvSpPr/>
              <p:nvPr/>
            </p:nvSpPr>
            <p:spPr>
              <a:xfrm>
                <a:off x="2647629" y="1768237"/>
                <a:ext cx="90303" cy="90303"/>
              </a:xfrm>
              <a:prstGeom prst="ellipse">
                <a:avLst/>
              </a:prstGeom>
              <a:solidFill>
                <a:srgbClr val="9B30FF">
                  <a:alpha val="100000"/>
                </a:srgbClr>
              </a:solidFill>
              <a:ln w="9000" cap="rnd">
                <a:solidFill>
                  <a:srgbClr val="9B30FF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25" name="pt25"/>
              <p:cNvSpPr/>
              <p:nvPr/>
            </p:nvSpPr>
            <p:spPr>
              <a:xfrm>
                <a:off x="1820794" y="1836385"/>
                <a:ext cx="90303" cy="90303"/>
              </a:xfrm>
              <a:prstGeom prst="ellipse">
                <a:avLst/>
              </a:prstGeom>
              <a:solidFill>
                <a:srgbClr val="00EEEE">
                  <a:alpha val="100000"/>
                </a:srgbClr>
              </a:solidFill>
              <a:ln w="9000" cap="rnd">
                <a:solidFill>
                  <a:srgbClr val="00EEEE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26" name="pt26"/>
              <p:cNvSpPr/>
              <p:nvPr/>
            </p:nvSpPr>
            <p:spPr>
              <a:xfrm>
                <a:off x="2771129" y="2334686"/>
                <a:ext cx="90303" cy="90303"/>
              </a:xfrm>
              <a:prstGeom prst="ellipse">
                <a:avLst/>
              </a:prstGeom>
              <a:solidFill>
                <a:srgbClr val="9B30FF">
                  <a:alpha val="100000"/>
                </a:srgbClr>
              </a:solidFill>
              <a:ln w="9000" cap="rnd">
                <a:solidFill>
                  <a:srgbClr val="9B30FF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27" name="pt27"/>
              <p:cNvSpPr/>
              <p:nvPr/>
            </p:nvSpPr>
            <p:spPr>
              <a:xfrm>
                <a:off x="2477927" y="1447202"/>
                <a:ext cx="90303" cy="90303"/>
              </a:xfrm>
              <a:prstGeom prst="ellipse">
                <a:avLst/>
              </a:prstGeom>
              <a:solidFill>
                <a:srgbClr val="00EEEE">
                  <a:alpha val="100000"/>
                </a:srgbClr>
              </a:solidFill>
              <a:ln w="9000" cap="rnd">
                <a:solidFill>
                  <a:srgbClr val="00EEEE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28" name="pt28"/>
              <p:cNvSpPr/>
              <p:nvPr/>
            </p:nvSpPr>
            <p:spPr>
              <a:xfrm>
                <a:off x="2592293" y="1813433"/>
                <a:ext cx="90303" cy="90303"/>
              </a:xfrm>
              <a:prstGeom prst="ellipse">
                <a:avLst/>
              </a:prstGeom>
              <a:solidFill>
                <a:srgbClr val="9B30FF">
                  <a:alpha val="100000"/>
                </a:srgbClr>
              </a:solidFill>
              <a:ln w="9000" cap="rnd">
                <a:solidFill>
                  <a:srgbClr val="9B30FF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29" name="pt29"/>
              <p:cNvSpPr/>
              <p:nvPr/>
            </p:nvSpPr>
            <p:spPr>
              <a:xfrm>
                <a:off x="1716502" y="2855758"/>
                <a:ext cx="90303" cy="90303"/>
              </a:xfrm>
              <a:prstGeom prst="ellipse">
                <a:avLst/>
              </a:prstGeom>
              <a:solidFill>
                <a:srgbClr val="00EEEE">
                  <a:alpha val="100000"/>
                </a:srgbClr>
              </a:solidFill>
              <a:ln w="9000" cap="rnd">
                <a:solidFill>
                  <a:srgbClr val="00EEEE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30" name="pt30"/>
              <p:cNvSpPr/>
              <p:nvPr/>
            </p:nvSpPr>
            <p:spPr>
              <a:xfrm>
                <a:off x="2728041" y="2214372"/>
                <a:ext cx="90303" cy="90303"/>
              </a:xfrm>
              <a:prstGeom prst="ellipse">
                <a:avLst/>
              </a:prstGeom>
              <a:solidFill>
                <a:srgbClr val="9B30FF">
                  <a:alpha val="100000"/>
                </a:srgbClr>
              </a:solidFill>
              <a:ln w="9000" cap="rnd">
                <a:solidFill>
                  <a:srgbClr val="9B30FF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31" name="pt31"/>
              <p:cNvSpPr/>
              <p:nvPr/>
            </p:nvSpPr>
            <p:spPr>
              <a:xfrm>
                <a:off x="1681400" y="2247464"/>
                <a:ext cx="90303" cy="90303"/>
              </a:xfrm>
              <a:prstGeom prst="ellipse">
                <a:avLst/>
              </a:prstGeom>
              <a:solidFill>
                <a:srgbClr val="00EEEE">
                  <a:alpha val="100000"/>
                </a:srgbClr>
              </a:solidFill>
              <a:ln w="9000" cap="rnd">
                <a:solidFill>
                  <a:srgbClr val="00EEEE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32" name="pt32"/>
              <p:cNvSpPr/>
              <p:nvPr/>
            </p:nvSpPr>
            <p:spPr>
              <a:xfrm>
                <a:off x="2736153" y="2344445"/>
                <a:ext cx="90303" cy="90303"/>
              </a:xfrm>
              <a:prstGeom prst="ellipse">
                <a:avLst/>
              </a:prstGeom>
              <a:solidFill>
                <a:srgbClr val="9B30FF">
                  <a:alpha val="100000"/>
                </a:srgbClr>
              </a:solidFill>
              <a:ln w="9000" cap="rnd">
                <a:solidFill>
                  <a:srgbClr val="9B30FF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33" name="pt33"/>
              <p:cNvSpPr/>
              <p:nvPr/>
            </p:nvSpPr>
            <p:spPr>
              <a:xfrm>
                <a:off x="1760623" y="1814300"/>
                <a:ext cx="90303" cy="90303"/>
              </a:xfrm>
              <a:prstGeom prst="ellipse">
                <a:avLst/>
              </a:prstGeom>
              <a:solidFill>
                <a:srgbClr val="00EEEE">
                  <a:alpha val="100000"/>
                </a:srgbClr>
              </a:solidFill>
              <a:ln w="9000" cap="rnd">
                <a:solidFill>
                  <a:srgbClr val="00EEEE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34" name="pt34"/>
              <p:cNvSpPr/>
              <p:nvPr/>
            </p:nvSpPr>
            <p:spPr>
              <a:xfrm>
                <a:off x="2591304" y="1787272"/>
                <a:ext cx="90303" cy="90303"/>
              </a:xfrm>
              <a:prstGeom prst="ellipse">
                <a:avLst/>
              </a:prstGeom>
              <a:solidFill>
                <a:srgbClr val="9B30FF">
                  <a:alpha val="100000"/>
                </a:srgbClr>
              </a:solidFill>
              <a:ln w="9000" cap="rnd">
                <a:solidFill>
                  <a:srgbClr val="9B30FF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35" name="pt35"/>
              <p:cNvSpPr/>
              <p:nvPr/>
            </p:nvSpPr>
            <p:spPr>
              <a:xfrm>
                <a:off x="1625233" y="2504699"/>
                <a:ext cx="90303" cy="90303"/>
              </a:xfrm>
              <a:prstGeom prst="ellipse">
                <a:avLst/>
              </a:prstGeom>
              <a:solidFill>
                <a:srgbClr val="00EEEE">
                  <a:alpha val="100000"/>
                </a:srgbClr>
              </a:solidFill>
              <a:ln w="9000" cap="rnd">
                <a:solidFill>
                  <a:srgbClr val="00EEEE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36" name="pt36"/>
              <p:cNvSpPr/>
              <p:nvPr/>
            </p:nvSpPr>
            <p:spPr>
              <a:xfrm>
                <a:off x="2836648" y="2301168"/>
                <a:ext cx="90303" cy="90303"/>
              </a:xfrm>
              <a:prstGeom prst="ellipse">
                <a:avLst/>
              </a:prstGeom>
              <a:solidFill>
                <a:srgbClr val="9B30FF">
                  <a:alpha val="100000"/>
                </a:srgbClr>
              </a:solidFill>
              <a:ln w="9000" cap="rnd">
                <a:solidFill>
                  <a:srgbClr val="9B30FF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37" name="pt37"/>
              <p:cNvSpPr/>
              <p:nvPr/>
            </p:nvSpPr>
            <p:spPr>
              <a:xfrm>
                <a:off x="1783720" y="2286304"/>
                <a:ext cx="90303" cy="90303"/>
              </a:xfrm>
              <a:prstGeom prst="ellipse">
                <a:avLst/>
              </a:prstGeom>
              <a:solidFill>
                <a:srgbClr val="00EEEE">
                  <a:alpha val="100000"/>
                </a:srgbClr>
              </a:solidFill>
              <a:ln w="9000" cap="rnd">
                <a:solidFill>
                  <a:srgbClr val="00EEEE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38" name="pt38"/>
              <p:cNvSpPr/>
              <p:nvPr/>
            </p:nvSpPr>
            <p:spPr>
              <a:xfrm>
                <a:off x="2632080" y="1944180"/>
                <a:ext cx="90303" cy="90303"/>
              </a:xfrm>
              <a:prstGeom prst="ellipse">
                <a:avLst/>
              </a:prstGeom>
              <a:solidFill>
                <a:srgbClr val="9B30FF">
                  <a:alpha val="100000"/>
                </a:srgbClr>
              </a:solidFill>
              <a:ln w="9000" cap="rnd">
                <a:solidFill>
                  <a:srgbClr val="9B30FF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39" name="pt39"/>
              <p:cNvSpPr/>
              <p:nvPr/>
            </p:nvSpPr>
            <p:spPr>
              <a:xfrm>
                <a:off x="2461618" y="1302090"/>
                <a:ext cx="90303" cy="90303"/>
              </a:xfrm>
              <a:prstGeom prst="ellipse">
                <a:avLst/>
              </a:prstGeom>
              <a:solidFill>
                <a:srgbClr val="008B8B">
                  <a:alpha val="100000"/>
                </a:srgbClr>
              </a:solidFill>
              <a:ln w="9000" cap="rnd">
                <a:solidFill>
                  <a:srgbClr val="008B8B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40" name="pt40"/>
              <p:cNvSpPr/>
              <p:nvPr/>
            </p:nvSpPr>
            <p:spPr>
              <a:xfrm>
                <a:off x="2724046" y="2050032"/>
                <a:ext cx="90303" cy="90303"/>
              </a:xfrm>
              <a:prstGeom prst="ellipse">
                <a:avLst/>
              </a:prstGeom>
              <a:solidFill>
                <a:srgbClr val="551A8B">
                  <a:alpha val="100000"/>
                </a:srgbClr>
              </a:solidFill>
              <a:ln w="9000" cap="rnd">
                <a:solidFill>
                  <a:srgbClr val="551A8B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41" name="pt41"/>
              <p:cNvSpPr/>
              <p:nvPr/>
            </p:nvSpPr>
            <p:spPr>
              <a:xfrm>
                <a:off x="2542560" y="1980178"/>
                <a:ext cx="90303" cy="90303"/>
              </a:xfrm>
              <a:prstGeom prst="ellipse">
                <a:avLst/>
              </a:prstGeom>
              <a:solidFill>
                <a:srgbClr val="00EEEE">
                  <a:alpha val="100000"/>
                </a:srgbClr>
              </a:solidFill>
              <a:ln w="9000" cap="rnd">
                <a:solidFill>
                  <a:srgbClr val="00EEEE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42" name="pt42"/>
              <p:cNvSpPr/>
              <p:nvPr/>
            </p:nvSpPr>
            <p:spPr>
              <a:xfrm>
                <a:off x="2715943" y="2257052"/>
                <a:ext cx="90303" cy="90303"/>
              </a:xfrm>
              <a:prstGeom prst="ellipse">
                <a:avLst/>
              </a:prstGeom>
              <a:solidFill>
                <a:srgbClr val="9B30FF">
                  <a:alpha val="100000"/>
                </a:srgbClr>
              </a:solidFill>
              <a:ln w="9000" cap="rnd">
                <a:solidFill>
                  <a:srgbClr val="9B30FF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43" name="pt43"/>
              <p:cNvSpPr/>
              <p:nvPr/>
            </p:nvSpPr>
            <p:spPr>
              <a:xfrm>
                <a:off x="1734940" y="2313616"/>
                <a:ext cx="90303" cy="90303"/>
              </a:xfrm>
              <a:prstGeom prst="ellipse">
                <a:avLst/>
              </a:prstGeom>
              <a:solidFill>
                <a:srgbClr val="00EEEE">
                  <a:alpha val="100000"/>
                </a:srgbClr>
              </a:solidFill>
              <a:ln w="9000" cap="rnd">
                <a:solidFill>
                  <a:srgbClr val="00EEEE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44" name="pt44"/>
              <p:cNvSpPr/>
              <p:nvPr/>
            </p:nvSpPr>
            <p:spPr>
              <a:xfrm>
                <a:off x="2566956" y="2032565"/>
                <a:ext cx="90303" cy="90303"/>
              </a:xfrm>
              <a:prstGeom prst="ellipse">
                <a:avLst/>
              </a:prstGeom>
              <a:solidFill>
                <a:srgbClr val="9B30FF">
                  <a:alpha val="100000"/>
                </a:srgbClr>
              </a:solidFill>
              <a:ln w="9000" cap="rnd">
                <a:solidFill>
                  <a:srgbClr val="9B30FF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45" name="pt45"/>
              <p:cNvSpPr/>
              <p:nvPr/>
            </p:nvSpPr>
            <p:spPr>
              <a:xfrm>
                <a:off x="2346379" y="1466080"/>
                <a:ext cx="90303" cy="90303"/>
              </a:xfrm>
              <a:prstGeom prst="ellipse">
                <a:avLst/>
              </a:prstGeom>
              <a:solidFill>
                <a:srgbClr val="00EEEE">
                  <a:alpha val="100000"/>
                </a:srgbClr>
              </a:solidFill>
              <a:ln w="9000" cap="rnd">
                <a:solidFill>
                  <a:srgbClr val="00EEEE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46" name="pt46"/>
              <p:cNvSpPr/>
              <p:nvPr/>
            </p:nvSpPr>
            <p:spPr>
              <a:xfrm>
                <a:off x="2826450" y="2401125"/>
                <a:ext cx="90303" cy="90303"/>
              </a:xfrm>
              <a:prstGeom prst="ellipse">
                <a:avLst/>
              </a:prstGeom>
              <a:solidFill>
                <a:srgbClr val="9B30FF">
                  <a:alpha val="100000"/>
                </a:srgbClr>
              </a:solidFill>
              <a:ln w="9000" cap="rnd">
                <a:solidFill>
                  <a:srgbClr val="9B30FF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47" name="pt47"/>
              <p:cNvSpPr/>
              <p:nvPr/>
            </p:nvSpPr>
            <p:spPr>
              <a:xfrm>
                <a:off x="1767147" y="2063542"/>
                <a:ext cx="90303" cy="90303"/>
              </a:xfrm>
              <a:prstGeom prst="ellipse">
                <a:avLst/>
              </a:prstGeom>
              <a:solidFill>
                <a:srgbClr val="00EEEE">
                  <a:alpha val="100000"/>
                </a:srgbClr>
              </a:solidFill>
              <a:ln w="9000" cap="rnd">
                <a:solidFill>
                  <a:srgbClr val="00EEEE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48" name="pt48"/>
              <p:cNvSpPr/>
              <p:nvPr/>
            </p:nvSpPr>
            <p:spPr>
              <a:xfrm>
                <a:off x="2772205" y="2376764"/>
                <a:ext cx="90303" cy="90303"/>
              </a:xfrm>
              <a:prstGeom prst="ellipse">
                <a:avLst/>
              </a:prstGeom>
              <a:solidFill>
                <a:srgbClr val="9B30FF">
                  <a:alpha val="100000"/>
                </a:srgbClr>
              </a:solidFill>
              <a:ln w="9000" cap="rnd">
                <a:solidFill>
                  <a:srgbClr val="9B30FF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49" name="pt49"/>
              <p:cNvSpPr/>
              <p:nvPr/>
            </p:nvSpPr>
            <p:spPr>
              <a:xfrm>
                <a:off x="1779148" y="3026165"/>
                <a:ext cx="90303" cy="90303"/>
              </a:xfrm>
              <a:prstGeom prst="ellipse">
                <a:avLst/>
              </a:prstGeom>
              <a:solidFill>
                <a:srgbClr val="00EEEE">
                  <a:alpha val="100000"/>
                </a:srgbClr>
              </a:solidFill>
              <a:ln w="9000" cap="rnd">
                <a:solidFill>
                  <a:srgbClr val="00EEEE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50" name="pt50"/>
              <p:cNvSpPr/>
              <p:nvPr/>
            </p:nvSpPr>
            <p:spPr>
              <a:xfrm>
                <a:off x="2776670" y="2409241"/>
                <a:ext cx="90303" cy="90303"/>
              </a:xfrm>
              <a:prstGeom prst="ellipse">
                <a:avLst/>
              </a:prstGeom>
              <a:solidFill>
                <a:srgbClr val="9B30FF">
                  <a:alpha val="100000"/>
                </a:srgbClr>
              </a:solidFill>
              <a:ln w="9000" cap="rnd">
                <a:solidFill>
                  <a:srgbClr val="9B30FF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51" name="pt51"/>
              <p:cNvSpPr/>
              <p:nvPr/>
            </p:nvSpPr>
            <p:spPr>
              <a:xfrm>
                <a:off x="2219154" y="1251828"/>
                <a:ext cx="90303" cy="90303"/>
              </a:xfrm>
              <a:prstGeom prst="ellipse">
                <a:avLst/>
              </a:prstGeom>
              <a:solidFill>
                <a:srgbClr val="00EEEE">
                  <a:alpha val="100000"/>
                </a:srgbClr>
              </a:solidFill>
              <a:ln w="9000" cap="rnd">
                <a:solidFill>
                  <a:srgbClr val="00EEEE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52" name="pt52"/>
              <p:cNvSpPr/>
              <p:nvPr/>
            </p:nvSpPr>
            <p:spPr>
              <a:xfrm>
                <a:off x="2653774" y="2333428"/>
                <a:ext cx="90303" cy="90303"/>
              </a:xfrm>
              <a:prstGeom prst="ellipse">
                <a:avLst/>
              </a:prstGeom>
              <a:solidFill>
                <a:srgbClr val="9B30FF">
                  <a:alpha val="100000"/>
                </a:srgbClr>
              </a:solidFill>
              <a:ln w="9000" cap="rnd">
                <a:solidFill>
                  <a:srgbClr val="9B30FF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53" name="pt53"/>
              <p:cNvSpPr/>
              <p:nvPr/>
            </p:nvSpPr>
            <p:spPr>
              <a:xfrm>
                <a:off x="2205166" y="1286955"/>
                <a:ext cx="90303" cy="90303"/>
              </a:xfrm>
              <a:prstGeom prst="ellipse">
                <a:avLst/>
              </a:prstGeom>
              <a:solidFill>
                <a:srgbClr val="008B8B">
                  <a:alpha val="100000"/>
                </a:srgbClr>
              </a:solidFill>
              <a:ln w="9000" cap="rnd">
                <a:solidFill>
                  <a:srgbClr val="008B8B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54" name="pt54"/>
              <p:cNvSpPr/>
              <p:nvPr/>
            </p:nvSpPr>
            <p:spPr>
              <a:xfrm>
                <a:off x="2598339" y="1706396"/>
                <a:ext cx="90303" cy="90303"/>
              </a:xfrm>
              <a:prstGeom prst="ellipse">
                <a:avLst/>
              </a:prstGeom>
              <a:solidFill>
                <a:srgbClr val="551A8B">
                  <a:alpha val="100000"/>
                </a:srgbClr>
              </a:solidFill>
              <a:ln w="9000" cap="rnd">
                <a:solidFill>
                  <a:srgbClr val="551A8B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55" name="pt55"/>
              <p:cNvSpPr/>
              <p:nvPr/>
            </p:nvSpPr>
            <p:spPr>
              <a:xfrm>
                <a:off x="2516372" y="1397244"/>
                <a:ext cx="90303" cy="90303"/>
              </a:xfrm>
              <a:prstGeom prst="ellipse">
                <a:avLst/>
              </a:prstGeom>
              <a:solidFill>
                <a:srgbClr val="008B8B">
                  <a:alpha val="100000"/>
                </a:srgbClr>
              </a:solidFill>
              <a:ln w="9000" cap="rnd">
                <a:solidFill>
                  <a:srgbClr val="008B8B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56" name="pt56"/>
              <p:cNvSpPr/>
              <p:nvPr/>
            </p:nvSpPr>
            <p:spPr>
              <a:xfrm>
                <a:off x="2760886" y="2434468"/>
                <a:ext cx="90303" cy="90303"/>
              </a:xfrm>
              <a:prstGeom prst="ellipse">
                <a:avLst/>
              </a:prstGeom>
              <a:solidFill>
                <a:srgbClr val="551A8B">
                  <a:alpha val="100000"/>
                </a:srgbClr>
              </a:solidFill>
              <a:ln w="9000" cap="rnd">
                <a:solidFill>
                  <a:srgbClr val="551A8B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57" name="pt57"/>
              <p:cNvSpPr/>
              <p:nvPr/>
            </p:nvSpPr>
            <p:spPr>
              <a:xfrm>
                <a:off x="2400822" y="1334543"/>
                <a:ext cx="90303" cy="90303"/>
              </a:xfrm>
              <a:prstGeom prst="ellipse">
                <a:avLst/>
              </a:prstGeom>
              <a:solidFill>
                <a:srgbClr val="00EEEE">
                  <a:alpha val="100000"/>
                </a:srgbClr>
              </a:solidFill>
              <a:ln w="9000" cap="rnd">
                <a:solidFill>
                  <a:srgbClr val="00EEEE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58" name="pt58"/>
              <p:cNvSpPr/>
              <p:nvPr/>
            </p:nvSpPr>
            <p:spPr>
              <a:xfrm>
                <a:off x="2713152" y="2079898"/>
                <a:ext cx="90303" cy="90303"/>
              </a:xfrm>
              <a:prstGeom prst="ellipse">
                <a:avLst/>
              </a:prstGeom>
              <a:solidFill>
                <a:srgbClr val="9B30FF">
                  <a:alpha val="100000"/>
                </a:srgbClr>
              </a:solidFill>
              <a:ln w="9000" cap="rnd">
                <a:solidFill>
                  <a:srgbClr val="9B30FF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59" name="pt59"/>
              <p:cNvSpPr/>
              <p:nvPr/>
            </p:nvSpPr>
            <p:spPr>
              <a:xfrm>
                <a:off x="2482245" y="1253848"/>
                <a:ext cx="90303" cy="90303"/>
              </a:xfrm>
              <a:prstGeom prst="ellipse">
                <a:avLst/>
              </a:prstGeom>
              <a:solidFill>
                <a:srgbClr val="008B8B">
                  <a:alpha val="100000"/>
                </a:srgbClr>
              </a:solidFill>
              <a:ln w="9000" cap="rnd">
                <a:solidFill>
                  <a:srgbClr val="008B8B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60" name="pt60"/>
              <p:cNvSpPr/>
              <p:nvPr/>
            </p:nvSpPr>
            <p:spPr>
              <a:xfrm>
                <a:off x="2608163" y="2048733"/>
                <a:ext cx="90303" cy="90303"/>
              </a:xfrm>
              <a:prstGeom prst="ellipse">
                <a:avLst/>
              </a:prstGeom>
              <a:solidFill>
                <a:srgbClr val="551A8B">
                  <a:alpha val="100000"/>
                </a:srgbClr>
              </a:solidFill>
              <a:ln w="9000" cap="rnd">
                <a:solidFill>
                  <a:srgbClr val="551A8B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61" name="pt61"/>
              <p:cNvSpPr/>
              <p:nvPr/>
            </p:nvSpPr>
            <p:spPr>
              <a:xfrm>
                <a:off x="2131210" y="1346013"/>
                <a:ext cx="90303" cy="90303"/>
              </a:xfrm>
              <a:prstGeom prst="ellipse">
                <a:avLst/>
              </a:prstGeom>
              <a:solidFill>
                <a:srgbClr val="00EEEE">
                  <a:alpha val="100000"/>
                </a:srgbClr>
              </a:solidFill>
              <a:ln w="9000" cap="rnd">
                <a:solidFill>
                  <a:srgbClr val="00EEEE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62" name="pt62"/>
              <p:cNvSpPr/>
              <p:nvPr/>
            </p:nvSpPr>
            <p:spPr>
              <a:xfrm>
                <a:off x="2775923" y="2540545"/>
                <a:ext cx="90303" cy="90303"/>
              </a:xfrm>
              <a:prstGeom prst="ellipse">
                <a:avLst/>
              </a:prstGeom>
              <a:solidFill>
                <a:srgbClr val="9B30FF">
                  <a:alpha val="100000"/>
                </a:srgbClr>
              </a:solidFill>
              <a:ln w="9000" cap="rnd">
                <a:solidFill>
                  <a:srgbClr val="9B30FF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63" name="pt63"/>
              <p:cNvSpPr/>
              <p:nvPr/>
            </p:nvSpPr>
            <p:spPr>
              <a:xfrm>
                <a:off x="1846149" y="1767225"/>
                <a:ext cx="90303" cy="90303"/>
              </a:xfrm>
              <a:prstGeom prst="ellipse">
                <a:avLst/>
              </a:prstGeom>
              <a:solidFill>
                <a:srgbClr val="00EEEE">
                  <a:alpha val="100000"/>
                </a:srgbClr>
              </a:solidFill>
              <a:ln w="9000" cap="rnd">
                <a:solidFill>
                  <a:srgbClr val="00EEEE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64" name="pt64"/>
              <p:cNvSpPr/>
              <p:nvPr/>
            </p:nvSpPr>
            <p:spPr>
              <a:xfrm>
                <a:off x="2570215" y="2460696"/>
                <a:ext cx="90303" cy="90303"/>
              </a:xfrm>
              <a:prstGeom prst="ellipse">
                <a:avLst/>
              </a:prstGeom>
              <a:solidFill>
                <a:srgbClr val="9B30FF">
                  <a:alpha val="100000"/>
                </a:srgbClr>
              </a:solidFill>
              <a:ln w="9000" cap="rnd">
                <a:solidFill>
                  <a:srgbClr val="9B30FF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65" name="pt65"/>
              <p:cNvSpPr/>
              <p:nvPr/>
            </p:nvSpPr>
            <p:spPr>
              <a:xfrm>
                <a:off x="2241514" y="1624128"/>
                <a:ext cx="90303" cy="90303"/>
              </a:xfrm>
              <a:prstGeom prst="ellipse">
                <a:avLst/>
              </a:prstGeom>
              <a:solidFill>
                <a:srgbClr val="00EEEE">
                  <a:alpha val="100000"/>
                </a:srgbClr>
              </a:solidFill>
              <a:ln w="9000" cap="rnd">
                <a:solidFill>
                  <a:srgbClr val="00EEEE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66" name="pt66"/>
              <p:cNvSpPr/>
              <p:nvPr/>
            </p:nvSpPr>
            <p:spPr>
              <a:xfrm>
                <a:off x="2640566" y="2211235"/>
                <a:ext cx="90303" cy="90303"/>
              </a:xfrm>
              <a:prstGeom prst="ellipse">
                <a:avLst/>
              </a:prstGeom>
              <a:solidFill>
                <a:srgbClr val="9B30FF">
                  <a:alpha val="100000"/>
                </a:srgbClr>
              </a:solidFill>
              <a:ln w="9000" cap="rnd">
                <a:solidFill>
                  <a:srgbClr val="9B30FF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67" name="pt67"/>
              <p:cNvSpPr/>
              <p:nvPr/>
            </p:nvSpPr>
            <p:spPr>
              <a:xfrm>
                <a:off x="2068085" y="2229952"/>
                <a:ext cx="90303" cy="90303"/>
              </a:xfrm>
              <a:prstGeom prst="ellipse">
                <a:avLst/>
              </a:prstGeom>
              <a:solidFill>
                <a:srgbClr val="00EEEE">
                  <a:alpha val="100000"/>
                </a:srgbClr>
              </a:solidFill>
              <a:ln w="9000" cap="rnd">
                <a:solidFill>
                  <a:srgbClr val="00EEEE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68" name="pt68"/>
              <p:cNvSpPr/>
              <p:nvPr/>
            </p:nvSpPr>
            <p:spPr>
              <a:xfrm>
                <a:off x="2792194" y="2714362"/>
                <a:ext cx="90303" cy="90303"/>
              </a:xfrm>
              <a:prstGeom prst="ellipse">
                <a:avLst/>
              </a:prstGeom>
              <a:solidFill>
                <a:srgbClr val="9B30FF">
                  <a:alpha val="100000"/>
                </a:srgbClr>
              </a:solidFill>
              <a:ln w="9000" cap="rnd">
                <a:solidFill>
                  <a:srgbClr val="9B30FF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69" name="rc69"/>
              <p:cNvSpPr/>
              <p:nvPr/>
            </p:nvSpPr>
            <p:spPr>
              <a:xfrm>
                <a:off x="1609814" y="1208264"/>
                <a:ext cx="1348333" cy="1951769"/>
              </a:xfrm>
              <a:prstGeom prst="rect">
                <a:avLst/>
              </a:prstGeom>
              <a:noFill/>
              <a:ln w="13550" cap="rnd">
                <a:solidFill>
                  <a:srgbClr val="333333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70" name="tx70"/>
              <p:cNvSpPr/>
              <p:nvPr/>
            </p:nvSpPr>
            <p:spPr>
              <a:xfrm>
                <a:off x="1327276" y="2666532"/>
                <a:ext cx="350123" cy="145481"/>
              </a:xfrm>
              <a:prstGeom prst="rect">
                <a:avLst/>
              </a:prstGeom>
              <a:noFill/>
            </p:spPr>
            <p:txBody>
              <a:bodyPr wrap="none" lIns="0" tIns="0" rIns="0" bIns="0" anchor="ctr" anchorCtr="1"/>
              <a:lstStyle/>
              <a:p>
                <a:pPr marL="0" marR="0" indent="0" algn="l">
                  <a:spcBef>
                    <a:spcPts val="0"/>
                  </a:spcBef>
                  <a:spcAft>
                    <a:spcPts val="0"/>
                  </a:spcAft>
                </a:pPr>
                <a:r>
                  <a:rPr sz="1600" b="0" i="0" dirty="0">
                    <a:solidFill>
                      <a:srgbClr val="4D4D4D">
                        <a:alpha val="100000"/>
                      </a:srgbClr>
                    </a:solidFill>
                    <a:latin typeface="Arial"/>
                    <a:cs typeface="Arial"/>
                  </a:rPr>
                  <a:t>-0.1</a:t>
                </a:r>
              </a:p>
            </p:txBody>
          </p:sp>
          <p:sp>
            <p:nvSpPr>
              <p:cNvPr id="71" name="tx71"/>
              <p:cNvSpPr/>
              <p:nvPr/>
            </p:nvSpPr>
            <p:spPr>
              <a:xfrm>
                <a:off x="1367690" y="1991484"/>
                <a:ext cx="282458" cy="145481"/>
              </a:xfrm>
              <a:prstGeom prst="rect">
                <a:avLst/>
              </a:prstGeom>
              <a:noFill/>
            </p:spPr>
            <p:txBody>
              <a:bodyPr wrap="none" lIns="0" tIns="0" rIns="0" bIns="0" anchor="ctr" anchorCtr="1"/>
              <a:lstStyle/>
              <a:p>
                <a:pPr marL="0" marR="0" indent="0" algn="l">
                  <a:spcBef>
                    <a:spcPts val="0"/>
                  </a:spcBef>
                  <a:spcAft>
                    <a:spcPts val="0"/>
                  </a:spcAft>
                </a:pPr>
                <a:r>
                  <a:rPr sz="1600" b="0" i="0" dirty="0">
                    <a:solidFill>
                      <a:srgbClr val="4D4D4D">
                        <a:alpha val="100000"/>
                      </a:srgbClr>
                    </a:solidFill>
                    <a:latin typeface="Arial"/>
                    <a:cs typeface="Arial"/>
                  </a:rPr>
                  <a:t>0.0</a:t>
                </a:r>
              </a:p>
            </p:txBody>
          </p:sp>
          <p:sp>
            <p:nvSpPr>
              <p:cNvPr id="72" name="tx72"/>
              <p:cNvSpPr/>
              <p:nvPr/>
            </p:nvSpPr>
            <p:spPr>
              <a:xfrm>
                <a:off x="1367690" y="1316436"/>
                <a:ext cx="282458" cy="145481"/>
              </a:xfrm>
              <a:prstGeom prst="rect">
                <a:avLst/>
              </a:prstGeom>
              <a:noFill/>
            </p:spPr>
            <p:txBody>
              <a:bodyPr wrap="none" lIns="0" tIns="0" rIns="0" bIns="0" anchor="ctr" anchorCtr="1"/>
              <a:lstStyle/>
              <a:p>
                <a:pPr marL="0" marR="0" indent="0" algn="l">
                  <a:spcBef>
                    <a:spcPts val="0"/>
                  </a:spcBef>
                  <a:spcAft>
                    <a:spcPts val="0"/>
                  </a:spcAft>
                </a:pPr>
                <a:r>
                  <a:rPr sz="1600" b="0" i="0" dirty="0">
                    <a:solidFill>
                      <a:srgbClr val="4D4D4D">
                        <a:alpha val="100000"/>
                      </a:srgbClr>
                    </a:solidFill>
                    <a:latin typeface="Arial"/>
                    <a:cs typeface="Arial"/>
                  </a:rPr>
                  <a:t>0.1</a:t>
                </a:r>
              </a:p>
            </p:txBody>
          </p:sp>
          <p:sp>
            <p:nvSpPr>
              <p:cNvPr id="73" name="pl73"/>
              <p:cNvSpPr/>
              <p:nvPr/>
            </p:nvSpPr>
            <p:spPr>
              <a:xfrm>
                <a:off x="1575020" y="2739273"/>
                <a:ext cx="34794" cy="0"/>
              </a:xfrm>
              <a:custGeom>
                <a:avLst/>
                <a:gdLst/>
                <a:ahLst/>
                <a:cxnLst/>
                <a:rect l="0" t="0" r="0" b="0"/>
                <a:pathLst>
                  <a:path w="34794">
                    <a:moveTo>
                      <a:pt x="0" y="0"/>
                    </a:moveTo>
                    <a:lnTo>
                      <a:pt x="34794" y="0"/>
                    </a:lnTo>
                  </a:path>
                </a:pathLst>
              </a:custGeom>
              <a:ln w="13550" cap="flat">
                <a:solidFill>
                  <a:srgbClr val="333333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74" name="pl74"/>
              <p:cNvSpPr/>
              <p:nvPr/>
            </p:nvSpPr>
            <p:spPr>
              <a:xfrm>
                <a:off x="1575020" y="2064225"/>
                <a:ext cx="34794" cy="0"/>
              </a:xfrm>
              <a:custGeom>
                <a:avLst/>
                <a:gdLst/>
                <a:ahLst/>
                <a:cxnLst/>
                <a:rect l="0" t="0" r="0" b="0"/>
                <a:pathLst>
                  <a:path w="34794">
                    <a:moveTo>
                      <a:pt x="0" y="0"/>
                    </a:moveTo>
                    <a:lnTo>
                      <a:pt x="34794" y="0"/>
                    </a:lnTo>
                  </a:path>
                </a:pathLst>
              </a:custGeom>
              <a:ln w="13550" cap="flat">
                <a:solidFill>
                  <a:srgbClr val="333333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75" name="pl75"/>
              <p:cNvSpPr/>
              <p:nvPr/>
            </p:nvSpPr>
            <p:spPr>
              <a:xfrm>
                <a:off x="1575020" y="1389177"/>
                <a:ext cx="34794" cy="0"/>
              </a:xfrm>
              <a:custGeom>
                <a:avLst/>
                <a:gdLst/>
                <a:ahLst/>
                <a:cxnLst/>
                <a:rect l="0" t="0" r="0" b="0"/>
                <a:pathLst>
                  <a:path w="34794">
                    <a:moveTo>
                      <a:pt x="0" y="0"/>
                    </a:moveTo>
                    <a:lnTo>
                      <a:pt x="34794" y="0"/>
                    </a:lnTo>
                  </a:path>
                </a:pathLst>
              </a:custGeom>
              <a:ln w="13550" cap="flat">
                <a:solidFill>
                  <a:srgbClr val="333333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76" name="pl76"/>
              <p:cNvSpPr/>
              <p:nvPr/>
            </p:nvSpPr>
            <p:spPr>
              <a:xfrm>
                <a:off x="1728897" y="3160033"/>
                <a:ext cx="0" cy="34794"/>
              </a:xfrm>
              <a:custGeom>
                <a:avLst/>
                <a:gdLst/>
                <a:ahLst/>
                <a:cxnLst/>
                <a:rect l="0" t="0" r="0" b="0"/>
                <a:pathLst>
                  <a:path h="34794">
                    <a:moveTo>
                      <a:pt x="0" y="34794"/>
                    </a:moveTo>
                    <a:lnTo>
                      <a:pt x="0" y="0"/>
                    </a:lnTo>
                  </a:path>
                </a:pathLst>
              </a:custGeom>
              <a:ln w="13550" cap="flat">
                <a:solidFill>
                  <a:srgbClr val="333333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77" name="pl77"/>
              <p:cNvSpPr/>
              <p:nvPr/>
            </p:nvSpPr>
            <p:spPr>
              <a:xfrm>
                <a:off x="2085279" y="3160033"/>
                <a:ext cx="0" cy="34794"/>
              </a:xfrm>
              <a:custGeom>
                <a:avLst/>
                <a:gdLst/>
                <a:ahLst/>
                <a:cxnLst/>
                <a:rect l="0" t="0" r="0" b="0"/>
                <a:pathLst>
                  <a:path h="34794">
                    <a:moveTo>
                      <a:pt x="0" y="34794"/>
                    </a:moveTo>
                    <a:lnTo>
                      <a:pt x="0" y="0"/>
                    </a:lnTo>
                  </a:path>
                </a:pathLst>
              </a:custGeom>
              <a:ln w="13550" cap="flat">
                <a:solidFill>
                  <a:srgbClr val="333333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78" name="pl78"/>
              <p:cNvSpPr/>
              <p:nvPr/>
            </p:nvSpPr>
            <p:spPr>
              <a:xfrm>
                <a:off x="2441661" y="3160033"/>
                <a:ext cx="0" cy="34794"/>
              </a:xfrm>
              <a:custGeom>
                <a:avLst/>
                <a:gdLst/>
                <a:ahLst/>
                <a:cxnLst/>
                <a:rect l="0" t="0" r="0" b="0"/>
                <a:pathLst>
                  <a:path h="34794">
                    <a:moveTo>
                      <a:pt x="0" y="34794"/>
                    </a:moveTo>
                    <a:lnTo>
                      <a:pt x="0" y="0"/>
                    </a:lnTo>
                  </a:path>
                </a:pathLst>
              </a:custGeom>
              <a:ln w="13550" cap="flat">
                <a:solidFill>
                  <a:srgbClr val="333333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79" name="pl79"/>
              <p:cNvSpPr/>
              <p:nvPr/>
            </p:nvSpPr>
            <p:spPr>
              <a:xfrm>
                <a:off x="2798043" y="3160033"/>
                <a:ext cx="0" cy="34794"/>
              </a:xfrm>
              <a:custGeom>
                <a:avLst/>
                <a:gdLst/>
                <a:ahLst/>
                <a:cxnLst/>
                <a:rect l="0" t="0" r="0" b="0"/>
                <a:pathLst>
                  <a:path h="34794">
                    <a:moveTo>
                      <a:pt x="0" y="34794"/>
                    </a:moveTo>
                    <a:lnTo>
                      <a:pt x="0" y="0"/>
                    </a:lnTo>
                  </a:path>
                </a:pathLst>
              </a:custGeom>
              <a:ln w="13550" cap="flat">
                <a:solidFill>
                  <a:srgbClr val="333333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80" name="tx80"/>
              <p:cNvSpPr/>
              <p:nvPr/>
            </p:nvSpPr>
            <p:spPr>
              <a:xfrm>
                <a:off x="1553835" y="3174684"/>
                <a:ext cx="350123" cy="145481"/>
              </a:xfrm>
              <a:prstGeom prst="rect">
                <a:avLst/>
              </a:prstGeom>
              <a:noFill/>
            </p:spPr>
            <p:txBody>
              <a:bodyPr wrap="none" lIns="0" tIns="0" rIns="0" bIns="0" anchor="ctr" anchorCtr="1"/>
              <a:lstStyle/>
              <a:p>
                <a:pPr marL="0" marR="0" indent="0" algn="l">
                  <a:spcBef>
                    <a:spcPts val="0"/>
                  </a:spcBef>
                  <a:spcAft>
                    <a:spcPts val="0"/>
                  </a:spcAft>
                </a:pPr>
                <a:r>
                  <a:rPr sz="1600" b="0" i="0" dirty="0">
                    <a:solidFill>
                      <a:srgbClr val="4D4D4D">
                        <a:alpha val="100000"/>
                      </a:srgbClr>
                    </a:solidFill>
                    <a:latin typeface="Arial"/>
                    <a:cs typeface="Arial"/>
                  </a:rPr>
                  <a:t>-0.2</a:t>
                </a:r>
              </a:p>
            </p:txBody>
          </p:sp>
          <p:sp>
            <p:nvSpPr>
              <p:cNvPr id="81" name="tx81"/>
              <p:cNvSpPr/>
              <p:nvPr/>
            </p:nvSpPr>
            <p:spPr>
              <a:xfrm>
                <a:off x="1910217" y="3174684"/>
                <a:ext cx="350123" cy="145481"/>
              </a:xfrm>
              <a:prstGeom prst="rect">
                <a:avLst/>
              </a:prstGeom>
              <a:noFill/>
            </p:spPr>
            <p:txBody>
              <a:bodyPr wrap="none" lIns="0" tIns="0" rIns="0" bIns="0" anchor="ctr" anchorCtr="1"/>
              <a:lstStyle/>
              <a:p>
                <a:pPr marL="0" marR="0" indent="0" algn="l">
                  <a:spcBef>
                    <a:spcPts val="0"/>
                  </a:spcBef>
                  <a:spcAft>
                    <a:spcPts val="0"/>
                  </a:spcAft>
                </a:pPr>
                <a:r>
                  <a:rPr sz="1600" b="0" i="0">
                    <a:solidFill>
                      <a:srgbClr val="4D4D4D">
                        <a:alpha val="100000"/>
                      </a:srgbClr>
                    </a:solidFill>
                    <a:latin typeface="Arial"/>
                    <a:cs typeface="Arial"/>
                  </a:rPr>
                  <a:t>-0.1</a:t>
                </a:r>
              </a:p>
            </p:txBody>
          </p:sp>
          <p:sp>
            <p:nvSpPr>
              <p:cNvPr id="82" name="tx82"/>
              <p:cNvSpPr/>
              <p:nvPr/>
            </p:nvSpPr>
            <p:spPr>
              <a:xfrm>
                <a:off x="2300432" y="3174684"/>
                <a:ext cx="282458" cy="145481"/>
              </a:xfrm>
              <a:prstGeom prst="rect">
                <a:avLst/>
              </a:prstGeom>
              <a:noFill/>
            </p:spPr>
            <p:txBody>
              <a:bodyPr wrap="none" lIns="0" tIns="0" rIns="0" bIns="0" anchor="ctr" anchorCtr="1"/>
              <a:lstStyle/>
              <a:p>
                <a:pPr marL="0" marR="0" indent="0" algn="l">
                  <a:spcBef>
                    <a:spcPts val="0"/>
                  </a:spcBef>
                  <a:spcAft>
                    <a:spcPts val="0"/>
                  </a:spcAft>
                </a:pPr>
                <a:r>
                  <a:rPr sz="1600" b="0" i="0">
                    <a:solidFill>
                      <a:srgbClr val="4D4D4D">
                        <a:alpha val="100000"/>
                      </a:srgbClr>
                    </a:solidFill>
                    <a:latin typeface="Arial"/>
                    <a:cs typeface="Arial"/>
                  </a:rPr>
                  <a:t>0.0</a:t>
                </a:r>
              </a:p>
            </p:txBody>
          </p:sp>
          <p:sp>
            <p:nvSpPr>
              <p:cNvPr id="83" name="tx83"/>
              <p:cNvSpPr/>
              <p:nvPr/>
            </p:nvSpPr>
            <p:spPr>
              <a:xfrm>
                <a:off x="2656814" y="3174684"/>
                <a:ext cx="282458" cy="145481"/>
              </a:xfrm>
              <a:prstGeom prst="rect">
                <a:avLst/>
              </a:prstGeom>
              <a:noFill/>
            </p:spPr>
            <p:txBody>
              <a:bodyPr wrap="none" lIns="0" tIns="0" rIns="0" bIns="0" anchor="ctr" anchorCtr="1"/>
              <a:lstStyle/>
              <a:p>
                <a:pPr marL="0" marR="0" indent="0" algn="l">
                  <a:spcBef>
                    <a:spcPts val="0"/>
                  </a:spcBef>
                  <a:spcAft>
                    <a:spcPts val="0"/>
                  </a:spcAft>
                </a:pPr>
                <a:r>
                  <a:rPr sz="1600" b="0" i="0">
                    <a:solidFill>
                      <a:srgbClr val="4D4D4D">
                        <a:alpha val="100000"/>
                      </a:srgbClr>
                    </a:solidFill>
                    <a:latin typeface="Arial"/>
                    <a:cs typeface="Arial"/>
                  </a:rPr>
                  <a:t>0.1</a:t>
                </a:r>
              </a:p>
            </p:txBody>
          </p:sp>
          <p:sp>
            <p:nvSpPr>
              <p:cNvPr id="84" name="tx84"/>
              <p:cNvSpPr/>
              <p:nvPr/>
            </p:nvSpPr>
            <p:spPr>
              <a:xfrm>
                <a:off x="1873939" y="3307418"/>
                <a:ext cx="804306" cy="163677"/>
              </a:xfrm>
              <a:prstGeom prst="rect">
                <a:avLst/>
              </a:prstGeom>
              <a:noFill/>
            </p:spPr>
            <p:txBody>
              <a:bodyPr wrap="none" lIns="0" tIns="0" rIns="0" bIns="0" anchor="ctr" anchorCtr="1"/>
              <a:lstStyle/>
              <a:p>
                <a:pPr marL="0" marR="0" indent="0" algn="l">
                  <a:spcBef>
                    <a:spcPts val="0"/>
                  </a:spcBef>
                  <a:spcAft>
                    <a:spcPts val="0"/>
                  </a:spcAft>
                </a:pPr>
                <a:r>
                  <a:rPr sz="2000" b="1" i="0" dirty="0">
                    <a:solidFill>
                      <a:srgbClr val="000000">
                        <a:alpha val="100000"/>
                      </a:srgbClr>
                    </a:solidFill>
                    <a:latin typeface="Arial"/>
                    <a:cs typeface="Arial"/>
                  </a:rPr>
                  <a:t>PCoA 1</a:t>
                </a:r>
              </a:p>
            </p:txBody>
          </p:sp>
          <p:sp>
            <p:nvSpPr>
              <p:cNvPr id="85" name="tx85"/>
              <p:cNvSpPr/>
              <p:nvPr/>
            </p:nvSpPr>
            <p:spPr>
              <a:xfrm rot="16200000">
                <a:off x="948335" y="2102310"/>
                <a:ext cx="804306" cy="163677"/>
              </a:xfrm>
              <a:prstGeom prst="rect">
                <a:avLst/>
              </a:prstGeom>
              <a:noFill/>
            </p:spPr>
            <p:txBody>
              <a:bodyPr wrap="none" lIns="0" tIns="0" rIns="0" bIns="0" anchor="ctr" anchorCtr="1"/>
              <a:lstStyle/>
              <a:p>
                <a:pPr marL="0" marR="0" indent="0" algn="l">
                  <a:spcBef>
                    <a:spcPts val="0"/>
                  </a:spcBef>
                  <a:spcAft>
                    <a:spcPts val="0"/>
                  </a:spcAft>
                </a:pPr>
                <a:r>
                  <a:rPr sz="2000" b="1" i="0" dirty="0">
                    <a:solidFill>
                      <a:srgbClr val="000000">
                        <a:alpha val="100000"/>
                      </a:srgbClr>
                    </a:solidFill>
                    <a:latin typeface="Arial"/>
                    <a:cs typeface="Arial"/>
                  </a:rPr>
                  <a:t>PCoA 2</a:t>
                </a:r>
              </a:p>
            </p:txBody>
          </p:sp>
          <p:sp>
            <p:nvSpPr>
              <p:cNvPr id="86" name="rc88"/>
              <p:cNvSpPr/>
              <p:nvPr/>
            </p:nvSpPr>
            <p:spPr>
              <a:xfrm>
                <a:off x="3151137" y="1844770"/>
                <a:ext cx="219456" cy="219456"/>
              </a:xfrm>
              <a:prstGeom prst="rect">
                <a:avLst/>
              </a:prstGeom>
              <a:solidFill>
                <a:srgbClr val="FFFFFF">
                  <a:alpha val="100000"/>
                </a:srgbClr>
              </a:solidFill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87" name="rc90"/>
              <p:cNvSpPr/>
              <p:nvPr/>
            </p:nvSpPr>
            <p:spPr>
              <a:xfrm>
                <a:off x="3151137" y="2064226"/>
                <a:ext cx="219456" cy="219455"/>
              </a:xfrm>
              <a:prstGeom prst="rect">
                <a:avLst/>
              </a:prstGeom>
              <a:solidFill>
                <a:srgbClr val="FFFFFF">
                  <a:alpha val="100000"/>
                </a:srgbClr>
              </a:solidFill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88" name="rc92"/>
              <p:cNvSpPr/>
              <p:nvPr/>
            </p:nvSpPr>
            <p:spPr>
              <a:xfrm>
                <a:off x="3151137" y="2283682"/>
                <a:ext cx="219456" cy="219456"/>
              </a:xfrm>
              <a:prstGeom prst="rect">
                <a:avLst/>
              </a:prstGeom>
              <a:solidFill>
                <a:srgbClr val="FFFFFF">
                  <a:alpha val="100000"/>
                </a:srgbClr>
              </a:solidFill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89" name="rc94"/>
              <p:cNvSpPr/>
              <p:nvPr/>
            </p:nvSpPr>
            <p:spPr>
              <a:xfrm>
                <a:off x="3151137" y="2503138"/>
                <a:ext cx="219456" cy="219456"/>
              </a:xfrm>
              <a:prstGeom prst="rect">
                <a:avLst/>
              </a:prstGeom>
              <a:solidFill>
                <a:srgbClr val="FFFFFF">
                  <a:alpha val="100000"/>
                </a:srgbClr>
              </a:solidFill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90" name="tx96"/>
              <p:cNvSpPr/>
              <p:nvPr/>
            </p:nvSpPr>
            <p:spPr>
              <a:xfrm>
                <a:off x="1606190" y="1265318"/>
                <a:ext cx="553029" cy="80010"/>
              </a:xfrm>
              <a:prstGeom prst="rect">
                <a:avLst/>
              </a:prstGeom>
              <a:noFill/>
            </p:spPr>
            <p:txBody>
              <a:bodyPr wrap="none" lIns="0" tIns="0" rIns="0" bIns="0" anchor="ctr" anchorCtr="1"/>
              <a:lstStyle/>
              <a:p>
                <a:pPr marL="0" marR="0" indent="0" algn="l">
                  <a:spcBef>
                    <a:spcPts val="0"/>
                  </a:spcBef>
                  <a:spcAft>
                    <a:spcPts val="0"/>
                  </a:spcAft>
                </a:pPr>
                <a:r>
                  <a:rPr sz="1600" i="0" dirty="0">
                    <a:solidFill>
                      <a:srgbClr val="000000">
                        <a:alpha val="100000"/>
                      </a:srgbClr>
                    </a:solidFill>
                    <a:latin typeface="Arial"/>
                    <a:cs typeface="Arial"/>
                  </a:rPr>
                  <a:t>LIA </a:t>
                </a:r>
                <a:r>
                  <a:rPr lang="en-US" sz="1600" dirty="0">
                    <a:solidFill>
                      <a:srgbClr val="000000">
                        <a:alpha val="100000"/>
                      </a:srgbClr>
                    </a:solidFill>
                    <a:latin typeface="Arial"/>
                    <a:cs typeface="Arial"/>
                  </a:rPr>
                  <a:t>Reference</a:t>
                </a:r>
                <a:endParaRPr sz="1600" i="0" dirty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endParaRPr>
              </a:p>
            </p:txBody>
          </p:sp>
          <p:sp>
            <p:nvSpPr>
              <p:cNvPr id="91" name="tx97"/>
              <p:cNvSpPr/>
              <p:nvPr/>
            </p:nvSpPr>
            <p:spPr>
              <a:xfrm>
                <a:off x="1879656" y="1946898"/>
                <a:ext cx="652058" cy="80010"/>
              </a:xfrm>
              <a:prstGeom prst="rect">
                <a:avLst/>
              </a:prstGeom>
              <a:noFill/>
            </p:spPr>
            <p:txBody>
              <a:bodyPr wrap="none" lIns="0" tIns="0" rIns="0" bIns="0" anchor="ctr" anchorCtr="1"/>
              <a:lstStyle/>
              <a:p>
                <a:pPr marL="0" marR="0" indent="0" algn="l">
                  <a:spcBef>
                    <a:spcPts val="0"/>
                  </a:spcBef>
                  <a:spcAft>
                    <a:spcPts val="0"/>
                  </a:spcAft>
                </a:pPr>
                <a:r>
                  <a:rPr sz="1600" i="0" dirty="0">
                    <a:solidFill>
                      <a:srgbClr val="000000">
                        <a:alpha val="100000"/>
                      </a:srgbClr>
                    </a:solidFill>
                    <a:latin typeface="Arial"/>
                    <a:cs typeface="Arial"/>
                  </a:rPr>
                  <a:t>RGM </a:t>
                </a:r>
                <a:r>
                  <a:rPr lang="en-US" sz="1600" dirty="0">
                    <a:solidFill>
                      <a:srgbClr val="000000">
                        <a:alpha val="100000"/>
                      </a:srgbClr>
                    </a:solidFill>
                    <a:latin typeface="Arial"/>
                    <a:cs typeface="Arial"/>
                  </a:rPr>
                  <a:t>Reference</a:t>
                </a:r>
                <a:endParaRPr sz="1600" i="0" dirty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endParaRPr>
              </a:p>
            </p:txBody>
          </p:sp>
          <p:sp>
            <p:nvSpPr>
              <p:cNvPr id="92" name="tx98"/>
              <p:cNvSpPr/>
              <p:nvPr/>
            </p:nvSpPr>
            <p:spPr>
              <a:xfrm>
                <a:off x="2495469" y="1508692"/>
                <a:ext cx="534558" cy="80010"/>
              </a:xfrm>
              <a:prstGeom prst="rect">
                <a:avLst/>
              </a:prstGeom>
              <a:noFill/>
            </p:spPr>
            <p:txBody>
              <a:bodyPr wrap="none" lIns="0" tIns="0" rIns="0" bIns="0" anchor="ctr" anchorCtr="1"/>
              <a:lstStyle/>
              <a:p>
                <a:pPr marL="0" marR="0" indent="0" algn="l">
                  <a:spcBef>
                    <a:spcPts val="0"/>
                  </a:spcBef>
                  <a:spcAft>
                    <a:spcPts val="0"/>
                  </a:spcAft>
                </a:pPr>
                <a:r>
                  <a:rPr sz="1600" b="0" i="0" dirty="0">
                    <a:solidFill>
                      <a:srgbClr val="000000">
                        <a:alpha val="100000"/>
                      </a:srgbClr>
                    </a:solidFill>
                    <a:latin typeface="Arial"/>
                    <a:cs typeface="Arial"/>
                  </a:rPr>
                  <a:t>LIA Latrine</a:t>
                </a:r>
              </a:p>
            </p:txBody>
          </p:sp>
          <p:sp>
            <p:nvSpPr>
              <p:cNvPr id="93" name="tx99"/>
              <p:cNvSpPr/>
              <p:nvPr/>
            </p:nvSpPr>
            <p:spPr>
              <a:xfrm>
                <a:off x="2205685" y="2676933"/>
                <a:ext cx="633587" cy="80010"/>
              </a:xfrm>
              <a:prstGeom prst="rect">
                <a:avLst/>
              </a:prstGeom>
              <a:noFill/>
            </p:spPr>
            <p:txBody>
              <a:bodyPr wrap="none" lIns="0" tIns="0" rIns="0" bIns="0" anchor="ctr" anchorCtr="1"/>
              <a:lstStyle/>
              <a:p>
                <a:pPr marL="0" marR="0" indent="0" algn="l">
                  <a:spcBef>
                    <a:spcPts val="0"/>
                  </a:spcBef>
                  <a:spcAft>
                    <a:spcPts val="0"/>
                  </a:spcAft>
                </a:pPr>
                <a:r>
                  <a:rPr b="0" i="0" dirty="0">
                    <a:solidFill>
                      <a:srgbClr val="000000">
                        <a:alpha val="100000"/>
                      </a:srgbClr>
                    </a:solidFill>
                    <a:latin typeface="Arial"/>
                    <a:cs typeface="Arial"/>
                  </a:rPr>
                  <a:t>RGM Latrine</a:t>
                </a:r>
              </a:p>
            </p:txBody>
          </p:sp>
        </p:grpSp>
        <p:cxnSp>
          <p:nvCxnSpPr>
            <p:cNvPr id="94" name="Straight Connector 101">
              <a:extLst>
                <a:ext uri="{FF2B5EF4-FFF2-40B4-BE49-F238E27FC236}">
                  <a16:creationId xmlns:a16="http://schemas.microsoft.com/office/drawing/2014/main" id="{864D3A5D-E484-6757-2320-3BDF43A85845}"/>
                </a:ext>
              </a:extLst>
            </p:cNvPr>
            <p:cNvCxnSpPr>
              <a:cxnSpLocks/>
              <a:endCxn id="59" idx="3"/>
            </p:cNvCxnSpPr>
            <p:nvPr/>
          </p:nvCxnSpPr>
          <p:spPr>
            <a:xfrm>
              <a:off x="3347864" y="1484784"/>
              <a:ext cx="937616" cy="31494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" name="Straight Connector 104">
              <a:extLst>
                <a:ext uri="{FF2B5EF4-FFF2-40B4-BE49-F238E27FC236}">
                  <a16:creationId xmlns:a16="http://schemas.microsoft.com/office/drawing/2014/main" id="{5C0E3308-3623-C0AD-9DD4-F4F6681DC7D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716016" y="4149080"/>
              <a:ext cx="166288" cy="216024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" name="Straight Connector 107">
              <a:extLst>
                <a:ext uri="{FF2B5EF4-FFF2-40B4-BE49-F238E27FC236}">
                  <a16:creationId xmlns:a16="http://schemas.microsoft.com/office/drawing/2014/main" id="{60BE56E3-2F35-3DE8-0244-9ECB6142277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882304" y="2132856"/>
              <a:ext cx="337768" cy="936104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914400" y="914400"/>
            <a:ext cx="7402016" cy="4530824"/>
            <a:chOff x="914400" y="914400"/>
            <a:chExt cx="3657600" cy="2743200"/>
          </a:xfrm>
        </p:grpSpPr>
        <p:sp>
          <p:nvSpPr>
            <p:cNvPr id="3" name="rc3"/>
            <p:cNvSpPr/>
            <p:nvPr/>
          </p:nvSpPr>
          <p:spPr>
            <a:xfrm>
              <a:off x="914400" y="914400"/>
              <a:ext cx="3657600" cy="27432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" name="rc4"/>
            <p:cNvSpPr/>
            <p:nvPr/>
          </p:nvSpPr>
          <p:spPr>
            <a:xfrm>
              <a:off x="914400" y="914400"/>
              <a:ext cx="3657600" cy="27432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" name="rc5"/>
            <p:cNvSpPr/>
            <p:nvPr/>
          </p:nvSpPr>
          <p:spPr>
            <a:xfrm>
              <a:off x="1310288" y="1208751"/>
              <a:ext cx="1096667" cy="2344464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6" name="pl6"/>
            <p:cNvSpPr/>
            <p:nvPr/>
          </p:nvSpPr>
          <p:spPr>
            <a:xfrm>
              <a:off x="1310288" y="3041426"/>
              <a:ext cx="1096667" cy="0"/>
            </a:xfrm>
            <a:custGeom>
              <a:avLst/>
              <a:gdLst/>
              <a:ahLst/>
              <a:cxnLst/>
              <a:rect l="0" t="0" r="0" b="0"/>
              <a:pathLst>
                <a:path w="1096667">
                  <a:moveTo>
                    <a:pt x="0" y="0"/>
                  </a:moveTo>
                  <a:lnTo>
                    <a:pt x="1096667" y="0"/>
                  </a:lnTo>
                  <a:lnTo>
                    <a:pt x="1096667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" name="pl7"/>
            <p:cNvSpPr/>
            <p:nvPr/>
          </p:nvSpPr>
          <p:spPr>
            <a:xfrm>
              <a:off x="1310288" y="2414667"/>
              <a:ext cx="1096667" cy="0"/>
            </a:xfrm>
            <a:custGeom>
              <a:avLst/>
              <a:gdLst/>
              <a:ahLst/>
              <a:cxnLst/>
              <a:rect l="0" t="0" r="0" b="0"/>
              <a:pathLst>
                <a:path w="1096667">
                  <a:moveTo>
                    <a:pt x="0" y="0"/>
                  </a:moveTo>
                  <a:lnTo>
                    <a:pt x="1096667" y="0"/>
                  </a:lnTo>
                  <a:lnTo>
                    <a:pt x="1096667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" name="pl8"/>
            <p:cNvSpPr/>
            <p:nvPr/>
          </p:nvSpPr>
          <p:spPr>
            <a:xfrm>
              <a:off x="1310288" y="1787909"/>
              <a:ext cx="1096667" cy="0"/>
            </a:xfrm>
            <a:custGeom>
              <a:avLst/>
              <a:gdLst/>
              <a:ahLst/>
              <a:cxnLst/>
              <a:rect l="0" t="0" r="0" b="0"/>
              <a:pathLst>
                <a:path w="1096667">
                  <a:moveTo>
                    <a:pt x="0" y="0"/>
                  </a:moveTo>
                  <a:lnTo>
                    <a:pt x="1096667" y="0"/>
                  </a:lnTo>
                  <a:lnTo>
                    <a:pt x="1096667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" name="pl9"/>
            <p:cNvSpPr/>
            <p:nvPr/>
          </p:nvSpPr>
          <p:spPr>
            <a:xfrm>
              <a:off x="1350905" y="1208751"/>
              <a:ext cx="0" cy="2344464"/>
            </a:xfrm>
            <a:custGeom>
              <a:avLst/>
              <a:gdLst/>
              <a:ahLst/>
              <a:cxnLst/>
              <a:rect l="0" t="0" r="0" b="0"/>
              <a:pathLst>
                <a:path h="2344464">
                  <a:moveTo>
                    <a:pt x="0" y="234446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" name="pl10"/>
            <p:cNvSpPr/>
            <p:nvPr/>
          </p:nvSpPr>
          <p:spPr>
            <a:xfrm>
              <a:off x="1418600" y="1208751"/>
              <a:ext cx="0" cy="2344464"/>
            </a:xfrm>
            <a:custGeom>
              <a:avLst/>
              <a:gdLst/>
              <a:ahLst/>
              <a:cxnLst/>
              <a:rect l="0" t="0" r="0" b="0"/>
              <a:pathLst>
                <a:path h="2344464">
                  <a:moveTo>
                    <a:pt x="0" y="234446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" name="pl11"/>
            <p:cNvSpPr/>
            <p:nvPr/>
          </p:nvSpPr>
          <p:spPr>
            <a:xfrm>
              <a:off x="1486296" y="1208751"/>
              <a:ext cx="0" cy="2344464"/>
            </a:xfrm>
            <a:custGeom>
              <a:avLst/>
              <a:gdLst/>
              <a:ahLst/>
              <a:cxnLst/>
              <a:rect l="0" t="0" r="0" b="0"/>
              <a:pathLst>
                <a:path h="2344464">
                  <a:moveTo>
                    <a:pt x="0" y="234446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" name="pl12"/>
            <p:cNvSpPr/>
            <p:nvPr/>
          </p:nvSpPr>
          <p:spPr>
            <a:xfrm>
              <a:off x="1553991" y="1208751"/>
              <a:ext cx="0" cy="2344464"/>
            </a:xfrm>
            <a:custGeom>
              <a:avLst/>
              <a:gdLst/>
              <a:ahLst/>
              <a:cxnLst/>
              <a:rect l="0" t="0" r="0" b="0"/>
              <a:pathLst>
                <a:path h="2344464">
                  <a:moveTo>
                    <a:pt x="0" y="234446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" name="pl13"/>
            <p:cNvSpPr/>
            <p:nvPr/>
          </p:nvSpPr>
          <p:spPr>
            <a:xfrm>
              <a:off x="1621687" y="1208751"/>
              <a:ext cx="0" cy="2344464"/>
            </a:xfrm>
            <a:custGeom>
              <a:avLst/>
              <a:gdLst/>
              <a:ahLst/>
              <a:cxnLst/>
              <a:rect l="0" t="0" r="0" b="0"/>
              <a:pathLst>
                <a:path h="2344464">
                  <a:moveTo>
                    <a:pt x="0" y="234446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" name="pl14"/>
            <p:cNvSpPr/>
            <p:nvPr/>
          </p:nvSpPr>
          <p:spPr>
            <a:xfrm>
              <a:off x="1689383" y="1208751"/>
              <a:ext cx="0" cy="2344464"/>
            </a:xfrm>
            <a:custGeom>
              <a:avLst/>
              <a:gdLst/>
              <a:ahLst/>
              <a:cxnLst/>
              <a:rect l="0" t="0" r="0" b="0"/>
              <a:pathLst>
                <a:path h="2344464">
                  <a:moveTo>
                    <a:pt x="0" y="234446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" name="pl15"/>
            <p:cNvSpPr/>
            <p:nvPr/>
          </p:nvSpPr>
          <p:spPr>
            <a:xfrm>
              <a:off x="1757078" y="1208751"/>
              <a:ext cx="0" cy="2344464"/>
            </a:xfrm>
            <a:custGeom>
              <a:avLst/>
              <a:gdLst/>
              <a:ahLst/>
              <a:cxnLst/>
              <a:rect l="0" t="0" r="0" b="0"/>
              <a:pathLst>
                <a:path h="2344464">
                  <a:moveTo>
                    <a:pt x="0" y="234446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" name="pl16"/>
            <p:cNvSpPr/>
            <p:nvPr/>
          </p:nvSpPr>
          <p:spPr>
            <a:xfrm>
              <a:off x="1824774" y="1208751"/>
              <a:ext cx="0" cy="2344464"/>
            </a:xfrm>
            <a:custGeom>
              <a:avLst/>
              <a:gdLst/>
              <a:ahLst/>
              <a:cxnLst/>
              <a:rect l="0" t="0" r="0" b="0"/>
              <a:pathLst>
                <a:path h="2344464">
                  <a:moveTo>
                    <a:pt x="0" y="234446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" name="pl17"/>
            <p:cNvSpPr/>
            <p:nvPr/>
          </p:nvSpPr>
          <p:spPr>
            <a:xfrm>
              <a:off x="1892469" y="1208751"/>
              <a:ext cx="0" cy="2344464"/>
            </a:xfrm>
            <a:custGeom>
              <a:avLst/>
              <a:gdLst/>
              <a:ahLst/>
              <a:cxnLst/>
              <a:rect l="0" t="0" r="0" b="0"/>
              <a:pathLst>
                <a:path h="2344464">
                  <a:moveTo>
                    <a:pt x="0" y="234446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" name="pl18"/>
            <p:cNvSpPr/>
            <p:nvPr/>
          </p:nvSpPr>
          <p:spPr>
            <a:xfrm>
              <a:off x="1960165" y="1208751"/>
              <a:ext cx="0" cy="2344464"/>
            </a:xfrm>
            <a:custGeom>
              <a:avLst/>
              <a:gdLst/>
              <a:ahLst/>
              <a:cxnLst/>
              <a:rect l="0" t="0" r="0" b="0"/>
              <a:pathLst>
                <a:path h="2344464">
                  <a:moveTo>
                    <a:pt x="0" y="234446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" name="pl19"/>
            <p:cNvSpPr/>
            <p:nvPr/>
          </p:nvSpPr>
          <p:spPr>
            <a:xfrm>
              <a:off x="2027860" y="1208751"/>
              <a:ext cx="0" cy="2344464"/>
            </a:xfrm>
            <a:custGeom>
              <a:avLst/>
              <a:gdLst/>
              <a:ahLst/>
              <a:cxnLst/>
              <a:rect l="0" t="0" r="0" b="0"/>
              <a:pathLst>
                <a:path h="2344464">
                  <a:moveTo>
                    <a:pt x="0" y="234446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" name="pl20"/>
            <p:cNvSpPr/>
            <p:nvPr/>
          </p:nvSpPr>
          <p:spPr>
            <a:xfrm>
              <a:off x="2095556" y="1208751"/>
              <a:ext cx="0" cy="2344464"/>
            </a:xfrm>
            <a:custGeom>
              <a:avLst/>
              <a:gdLst/>
              <a:ahLst/>
              <a:cxnLst/>
              <a:rect l="0" t="0" r="0" b="0"/>
              <a:pathLst>
                <a:path h="2344464">
                  <a:moveTo>
                    <a:pt x="0" y="234446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" name="pl21"/>
            <p:cNvSpPr/>
            <p:nvPr/>
          </p:nvSpPr>
          <p:spPr>
            <a:xfrm>
              <a:off x="2163251" y="1208751"/>
              <a:ext cx="0" cy="2344464"/>
            </a:xfrm>
            <a:custGeom>
              <a:avLst/>
              <a:gdLst/>
              <a:ahLst/>
              <a:cxnLst/>
              <a:rect l="0" t="0" r="0" b="0"/>
              <a:pathLst>
                <a:path h="2344464">
                  <a:moveTo>
                    <a:pt x="0" y="234446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" name="pl22"/>
            <p:cNvSpPr/>
            <p:nvPr/>
          </p:nvSpPr>
          <p:spPr>
            <a:xfrm>
              <a:off x="2230947" y="1208751"/>
              <a:ext cx="0" cy="2344464"/>
            </a:xfrm>
            <a:custGeom>
              <a:avLst/>
              <a:gdLst/>
              <a:ahLst/>
              <a:cxnLst/>
              <a:rect l="0" t="0" r="0" b="0"/>
              <a:pathLst>
                <a:path h="2344464">
                  <a:moveTo>
                    <a:pt x="0" y="234446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" name="pl23"/>
            <p:cNvSpPr/>
            <p:nvPr/>
          </p:nvSpPr>
          <p:spPr>
            <a:xfrm>
              <a:off x="2298643" y="1208751"/>
              <a:ext cx="0" cy="2344464"/>
            </a:xfrm>
            <a:custGeom>
              <a:avLst/>
              <a:gdLst/>
              <a:ahLst/>
              <a:cxnLst/>
              <a:rect l="0" t="0" r="0" b="0"/>
              <a:pathLst>
                <a:path h="2344464">
                  <a:moveTo>
                    <a:pt x="0" y="234446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" name="pl24"/>
            <p:cNvSpPr/>
            <p:nvPr/>
          </p:nvSpPr>
          <p:spPr>
            <a:xfrm>
              <a:off x="2366338" y="1208751"/>
              <a:ext cx="0" cy="2344464"/>
            </a:xfrm>
            <a:custGeom>
              <a:avLst/>
              <a:gdLst/>
              <a:ahLst/>
              <a:cxnLst/>
              <a:rect l="0" t="0" r="0" b="0"/>
              <a:pathLst>
                <a:path h="2344464">
                  <a:moveTo>
                    <a:pt x="0" y="234446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5" name="rc25"/>
            <p:cNvSpPr/>
            <p:nvPr/>
          </p:nvSpPr>
          <p:spPr>
            <a:xfrm>
              <a:off x="1327211" y="1425138"/>
              <a:ext cx="47386" cy="989529"/>
            </a:xfrm>
            <a:prstGeom prst="rect">
              <a:avLst/>
            </a:prstGeom>
            <a:solidFill>
              <a:srgbClr val="7D26CD">
                <a:alpha val="100000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6" name="rc26"/>
            <p:cNvSpPr/>
            <p:nvPr/>
          </p:nvSpPr>
          <p:spPr>
            <a:xfrm>
              <a:off x="1394907" y="1511493"/>
              <a:ext cx="47386" cy="903174"/>
            </a:xfrm>
            <a:prstGeom prst="rect">
              <a:avLst/>
            </a:prstGeom>
            <a:solidFill>
              <a:srgbClr val="7D26CD">
                <a:alpha val="100000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7" name="rc27"/>
            <p:cNvSpPr/>
            <p:nvPr/>
          </p:nvSpPr>
          <p:spPr>
            <a:xfrm>
              <a:off x="1462603" y="1560666"/>
              <a:ext cx="47386" cy="854001"/>
            </a:xfrm>
            <a:prstGeom prst="rect">
              <a:avLst/>
            </a:prstGeom>
            <a:solidFill>
              <a:srgbClr val="7D26CD">
                <a:alpha val="100000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8" name="rc28"/>
            <p:cNvSpPr/>
            <p:nvPr/>
          </p:nvSpPr>
          <p:spPr>
            <a:xfrm>
              <a:off x="1530298" y="1764519"/>
              <a:ext cx="47386" cy="650148"/>
            </a:xfrm>
            <a:prstGeom prst="rect">
              <a:avLst/>
            </a:prstGeom>
            <a:solidFill>
              <a:srgbClr val="7D26CD">
                <a:alpha val="100000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9" name="rc29"/>
            <p:cNvSpPr/>
            <p:nvPr/>
          </p:nvSpPr>
          <p:spPr>
            <a:xfrm>
              <a:off x="1597994" y="1783575"/>
              <a:ext cx="47386" cy="631092"/>
            </a:xfrm>
            <a:prstGeom prst="rect">
              <a:avLst/>
            </a:prstGeom>
            <a:solidFill>
              <a:srgbClr val="7D26CD">
                <a:alpha val="100000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0" name="rc30"/>
            <p:cNvSpPr/>
            <p:nvPr/>
          </p:nvSpPr>
          <p:spPr>
            <a:xfrm>
              <a:off x="1665689" y="1797575"/>
              <a:ext cx="47386" cy="617092"/>
            </a:xfrm>
            <a:prstGeom prst="rect">
              <a:avLst/>
            </a:prstGeom>
            <a:solidFill>
              <a:srgbClr val="7D26CD">
                <a:alpha val="100000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1" name="rc31"/>
            <p:cNvSpPr/>
            <p:nvPr/>
          </p:nvSpPr>
          <p:spPr>
            <a:xfrm>
              <a:off x="1733385" y="1825004"/>
              <a:ext cx="47386" cy="589663"/>
            </a:xfrm>
            <a:prstGeom prst="rect">
              <a:avLst/>
            </a:prstGeom>
            <a:solidFill>
              <a:srgbClr val="7D26CD">
                <a:alpha val="100000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2" name="rc32"/>
            <p:cNvSpPr/>
            <p:nvPr/>
          </p:nvSpPr>
          <p:spPr>
            <a:xfrm>
              <a:off x="1801080" y="1941528"/>
              <a:ext cx="47386" cy="473139"/>
            </a:xfrm>
            <a:prstGeom prst="rect">
              <a:avLst/>
            </a:prstGeom>
            <a:solidFill>
              <a:srgbClr val="7D26CD">
                <a:alpha val="100000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3" name="rc33"/>
            <p:cNvSpPr/>
            <p:nvPr/>
          </p:nvSpPr>
          <p:spPr>
            <a:xfrm>
              <a:off x="1868776" y="1953087"/>
              <a:ext cx="47386" cy="461580"/>
            </a:xfrm>
            <a:prstGeom prst="rect">
              <a:avLst/>
            </a:prstGeom>
            <a:solidFill>
              <a:srgbClr val="7D26CD">
                <a:alpha val="100000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4" name="rc34"/>
            <p:cNvSpPr/>
            <p:nvPr/>
          </p:nvSpPr>
          <p:spPr>
            <a:xfrm>
              <a:off x="1936471" y="2055769"/>
              <a:ext cx="47386" cy="358898"/>
            </a:xfrm>
            <a:prstGeom prst="rect">
              <a:avLst/>
            </a:prstGeom>
            <a:solidFill>
              <a:srgbClr val="7D26CD">
                <a:alpha val="100000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5" name="rc35"/>
            <p:cNvSpPr/>
            <p:nvPr/>
          </p:nvSpPr>
          <p:spPr>
            <a:xfrm>
              <a:off x="2004167" y="2078003"/>
              <a:ext cx="47386" cy="336664"/>
            </a:xfrm>
            <a:prstGeom prst="rect">
              <a:avLst/>
            </a:prstGeom>
            <a:solidFill>
              <a:srgbClr val="7D26CD">
                <a:alpha val="100000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6" name="rc36"/>
            <p:cNvSpPr/>
            <p:nvPr/>
          </p:nvSpPr>
          <p:spPr>
            <a:xfrm>
              <a:off x="2071862" y="2414667"/>
              <a:ext cx="47386" cy="524265"/>
            </a:xfrm>
            <a:prstGeom prst="rect">
              <a:avLst/>
            </a:prstGeom>
            <a:solidFill>
              <a:srgbClr val="00CDCD">
                <a:alpha val="100000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7" name="rc37"/>
            <p:cNvSpPr/>
            <p:nvPr/>
          </p:nvSpPr>
          <p:spPr>
            <a:xfrm>
              <a:off x="2139558" y="2414667"/>
              <a:ext cx="47386" cy="579832"/>
            </a:xfrm>
            <a:prstGeom prst="rect">
              <a:avLst/>
            </a:prstGeom>
            <a:solidFill>
              <a:srgbClr val="00CDCD">
                <a:alpha val="100000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8" name="rc38"/>
            <p:cNvSpPr/>
            <p:nvPr/>
          </p:nvSpPr>
          <p:spPr>
            <a:xfrm>
              <a:off x="2207254" y="2414667"/>
              <a:ext cx="47386" cy="755781"/>
            </a:xfrm>
            <a:prstGeom prst="rect">
              <a:avLst/>
            </a:prstGeom>
            <a:solidFill>
              <a:srgbClr val="00CDCD">
                <a:alpha val="100000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9" name="rc39"/>
            <p:cNvSpPr/>
            <p:nvPr/>
          </p:nvSpPr>
          <p:spPr>
            <a:xfrm>
              <a:off x="2274949" y="2414667"/>
              <a:ext cx="47386" cy="858930"/>
            </a:xfrm>
            <a:prstGeom prst="rect">
              <a:avLst/>
            </a:prstGeom>
            <a:solidFill>
              <a:srgbClr val="00CDCD">
                <a:alpha val="100000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0" name="rc40"/>
            <p:cNvSpPr/>
            <p:nvPr/>
          </p:nvSpPr>
          <p:spPr>
            <a:xfrm>
              <a:off x="2342645" y="2414667"/>
              <a:ext cx="47386" cy="888820"/>
            </a:xfrm>
            <a:prstGeom prst="rect">
              <a:avLst/>
            </a:prstGeom>
            <a:solidFill>
              <a:srgbClr val="00CDCD">
                <a:alpha val="100000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1" name="pl41"/>
            <p:cNvSpPr/>
            <p:nvPr/>
          </p:nvSpPr>
          <p:spPr>
            <a:xfrm>
              <a:off x="1344135" y="1315318"/>
              <a:ext cx="13539" cy="0"/>
            </a:xfrm>
            <a:custGeom>
              <a:avLst/>
              <a:gdLst/>
              <a:ahLst/>
              <a:cxnLst/>
              <a:rect l="0" t="0" r="0" b="0"/>
              <a:pathLst>
                <a:path w="13539">
                  <a:moveTo>
                    <a:pt x="0" y="0"/>
                  </a:moveTo>
                  <a:lnTo>
                    <a:pt x="13539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2" name="pl42"/>
            <p:cNvSpPr/>
            <p:nvPr/>
          </p:nvSpPr>
          <p:spPr>
            <a:xfrm>
              <a:off x="1350905" y="1315318"/>
              <a:ext cx="0" cy="219640"/>
            </a:xfrm>
            <a:custGeom>
              <a:avLst/>
              <a:gdLst/>
              <a:ahLst/>
              <a:cxnLst/>
              <a:rect l="0" t="0" r="0" b="0"/>
              <a:pathLst>
                <a:path h="219640">
                  <a:moveTo>
                    <a:pt x="0" y="0"/>
                  </a:moveTo>
                  <a:lnTo>
                    <a:pt x="0" y="21964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3" name="pl43"/>
            <p:cNvSpPr/>
            <p:nvPr/>
          </p:nvSpPr>
          <p:spPr>
            <a:xfrm>
              <a:off x="1344135" y="1534958"/>
              <a:ext cx="13539" cy="0"/>
            </a:xfrm>
            <a:custGeom>
              <a:avLst/>
              <a:gdLst/>
              <a:ahLst/>
              <a:cxnLst/>
              <a:rect l="0" t="0" r="0" b="0"/>
              <a:pathLst>
                <a:path w="13539">
                  <a:moveTo>
                    <a:pt x="0" y="0"/>
                  </a:moveTo>
                  <a:lnTo>
                    <a:pt x="13539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4" name="pl44"/>
            <p:cNvSpPr/>
            <p:nvPr/>
          </p:nvSpPr>
          <p:spPr>
            <a:xfrm>
              <a:off x="1411831" y="1422039"/>
              <a:ext cx="13539" cy="0"/>
            </a:xfrm>
            <a:custGeom>
              <a:avLst/>
              <a:gdLst/>
              <a:ahLst/>
              <a:cxnLst/>
              <a:rect l="0" t="0" r="0" b="0"/>
              <a:pathLst>
                <a:path w="13539">
                  <a:moveTo>
                    <a:pt x="0" y="0"/>
                  </a:moveTo>
                  <a:lnTo>
                    <a:pt x="13539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5" name="pl45"/>
            <p:cNvSpPr/>
            <p:nvPr/>
          </p:nvSpPr>
          <p:spPr>
            <a:xfrm>
              <a:off x="1418600" y="1422039"/>
              <a:ext cx="0" cy="178907"/>
            </a:xfrm>
            <a:custGeom>
              <a:avLst/>
              <a:gdLst/>
              <a:ahLst/>
              <a:cxnLst/>
              <a:rect l="0" t="0" r="0" b="0"/>
              <a:pathLst>
                <a:path h="178907">
                  <a:moveTo>
                    <a:pt x="0" y="0"/>
                  </a:moveTo>
                  <a:lnTo>
                    <a:pt x="0" y="178907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6" name="pl46"/>
            <p:cNvSpPr/>
            <p:nvPr/>
          </p:nvSpPr>
          <p:spPr>
            <a:xfrm>
              <a:off x="1411831" y="1600946"/>
              <a:ext cx="13539" cy="0"/>
            </a:xfrm>
            <a:custGeom>
              <a:avLst/>
              <a:gdLst/>
              <a:ahLst/>
              <a:cxnLst/>
              <a:rect l="0" t="0" r="0" b="0"/>
              <a:pathLst>
                <a:path w="13539">
                  <a:moveTo>
                    <a:pt x="0" y="0"/>
                  </a:moveTo>
                  <a:lnTo>
                    <a:pt x="13539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7" name="pl47"/>
            <p:cNvSpPr/>
            <p:nvPr/>
          </p:nvSpPr>
          <p:spPr>
            <a:xfrm>
              <a:off x="1479526" y="1475271"/>
              <a:ext cx="13539" cy="0"/>
            </a:xfrm>
            <a:custGeom>
              <a:avLst/>
              <a:gdLst/>
              <a:ahLst/>
              <a:cxnLst/>
              <a:rect l="0" t="0" r="0" b="0"/>
              <a:pathLst>
                <a:path w="13539">
                  <a:moveTo>
                    <a:pt x="0" y="0"/>
                  </a:moveTo>
                  <a:lnTo>
                    <a:pt x="13539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8" name="pl48"/>
            <p:cNvSpPr/>
            <p:nvPr/>
          </p:nvSpPr>
          <p:spPr>
            <a:xfrm>
              <a:off x="1486296" y="1475271"/>
              <a:ext cx="0" cy="170790"/>
            </a:xfrm>
            <a:custGeom>
              <a:avLst/>
              <a:gdLst/>
              <a:ahLst/>
              <a:cxnLst/>
              <a:rect l="0" t="0" r="0" b="0"/>
              <a:pathLst>
                <a:path h="170790">
                  <a:moveTo>
                    <a:pt x="0" y="0"/>
                  </a:moveTo>
                  <a:lnTo>
                    <a:pt x="0" y="17079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9" name="pl49"/>
            <p:cNvSpPr/>
            <p:nvPr/>
          </p:nvSpPr>
          <p:spPr>
            <a:xfrm>
              <a:off x="1479526" y="1646061"/>
              <a:ext cx="13539" cy="0"/>
            </a:xfrm>
            <a:custGeom>
              <a:avLst/>
              <a:gdLst/>
              <a:ahLst/>
              <a:cxnLst/>
              <a:rect l="0" t="0" r="0" b="0"/>
              <a:pathLst>
                <a:path w="13539">
                  <a:moveTo>
                    <a:pt x="0" y="0"/>
                  </a:moveTo>
                  <a:lnTo>
                    <a:pt x="13539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0" name="pl50"/>
            <p:cNvSpPr/>
            <p:nvPr/>
          </p:nvSpPr>
          <p:spPr>
            <a:xfrm>
              <a:off x="1547222" y="1680968"/>
              <a:ext cx="13539" cy="0"/>
            </a:xfrm>
            <a:custGeom>
              <a:avLst/>
              <a:gdLst/>
              <a:ahLst/>
              <a:cxnLst/>
              <a:rect l="0" t="0" r="0" b="0"/>
              <a:pathLst>
                <a:path w="13539">
                  <a:moveTo>
                    <a:pt x="0" y="0"/>
                  </a:moveTo>
                  <a:lnTo>
                    <a:pt x="13539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1" name="pl51"/>
            <p:cNvSpPr/>
            <p:nvPr/>
          </p:nvSpPr>
          <p:spPr>
            <a:xfrm>
              <a:off x="1553991" y="1680968"/>
              <a:ext cx="0" cy="167101"/>
            </a:xfrm>
            <a:custGeom>
              <a:avLst/>
              <a:gdLst/>
              <a:ahLst/>
              <a:cxnLst/>
              <a:rect l="0" t="0" r="0" b="0"/>
              <a:pathLst>
                <a:path h="167101">
                  <a:moveTo>
                    <a:pt x="0" y="0"/>
                  </a:moveTo>
                  <a:lnTo>
                    <a:pt x="0" y="167101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2" name="pl52"/>
            <p:cNvSpPr/>
            <p:nvPr/>
          </p:nvSpPr>
          <p:spPr>
            <a:xfrm>
              <a:off x="1547222" y="1848070"/>
              <a:ext cx="13539" cy="0"/>
            </a:xfrm>
            <a:custGeom>
              <a:avLst/>
              <a:gdLst/>
              <a:ahLst/>
              <a:cxnLst/>
              <a:rect l="0" t="0" r="0" b="0"/>
              <a:pathLst>
                <a:path w="13539">
                  <a:moveTo>
                    <a:pt x="0" y="0"/>
                  </a:moveTo>
                  <a:lnTo>
                    <a:pt x="13539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3" name="pl53"/>
            <p:cNvSpPr/>
            <p:nvPr/>
          </p:nvSpPr>
          <p:spPr>
            <a:xfrm>
              <a:off x="1614917" y="1674527"/>
              <a:ext cx="13539" cy="0"/>
            </a:xfrm>
            <a:custGeom>
              <a:avLst/>
              <a:gdLst/>
              <a:ahLst/>
              <a:cxnLst/>
              <a:rect l="0" t="0" r="0" b="0"/>
              <a:pathLst>
                <a:path w="13539">
                  <a:moveTo>
                    <a:pt x="0" y="0"/>
                  </a:moveTo>
                  <a:lnTo>
                    <a:pt x="13539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4" name="pl54"/>
            <p:cNvSpPr/>
            <p:nvPr/>
          </p:nvSpPr>
          <p:spPr>
            <a:xfrm>
              <a:off x="1621687" y="1674527"/>
              <a:ext cx="0" cy="218096"/>
            </a:xfrm>
            <a:custGeom>
              <a:avLst/>
              <a:gdLst/>
              <a:ahLst/>
              <a:cxnLst/>
              <a:rect l="0" t="0" r="0" b="0"/>
              <a:pathLst>
                <a:path h="218096">
                  <a:moveTo>
                    <a:pt x="0" y="0"/>
                  </a:moveTo>
                  <a:lnTo>
                    <a:pt x="0" y="218096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5" name="pl55"/>
            <p:cNvSpPr/>
            <p:nvPr/>
          </p:nvSpPr>
          <p:spPr>
            <a:xfrm>
              <a:off x="1614917" y="1892623"/>
              <a:ext cx="13539" cy="0"/>
            </a:xfrm>
            <a:custGeom>
              <a:avLst/>
              <a:gdLst/>
              <a:ahLst/>
              <a:cxnLst/>
              <a:rect l="0" t="0" r="0" b="0"/>
              <a:pathLst>
                <a:path w="13539">
                  <a:moveTo>
                    <a:pt x="0" y="0"/>
                  </a:moveTo>
                  <a:lnTo>
                    <a:pt x="13539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6" name="pl56"/>
            <p:cNvSpPr/>
            <p:nvPr/>
          </p:nvSpPr>
          <p:spPr>
            <a:xfrm>
              <a:off x="1682613" y="1709210"/>
              <a:ext cx="13539" cy="0"/>
            </a:xfrm>
            <a:custGeom>
              <a:avLst/>
              <a:gdLst/>
              <a:ahLst/>
              <a:cxnLst/>
              <a:rect l="0" t="0" r="0" b="0"/>
              <a:pathLst>
                <a:path w="13539">
                  <a:moveTo>
                    <a:pt x="0" y="0"/>
                  </a:moveTo>
                  <a:lnTo>
                    <a:pt x="13539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7" name="pl57"/>
            <p:cNvSpPr/>
            <p:nvPr/>
          </p:nvSpPr>
          <p:spPr>
            <a:xfrm>
              <a:off x="1689383" y="1709210"/>
              <a:ext cx="0" cy="176730"/>
            </a:xfrm>
            <a:custGeom>
              <a:avLst/>
              <a:gdLst/>
              <a:ahLst/>
              <a:cxnLst/>
              <a:rect l="0" t="0" r="0" b="0"/>
              <a:pathLst>
                <a:path h="176730">
                  <a:moveTo>
                    <a:pt x="0" y="0"/>
                  </a:moveTo>
                  <a:lnTo>
                    <a:pt x="0" y="17673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8" name="pl58"/>
            <p:cNvSpPr/>
            <p:nvPr/>
          </p:nvSpPr>
          <p:spPr>
            <a:xfrm>
              <a:off x="1682613" y="1885940"/>
              <a:ext cx="13539" cy="0"/>
            </a:xfrm>
            <a:custGeom>
              <a:avLst/>
              <a:gdLst/>
              <a:ahLst/>
              <a:cxnLst/>
              <a:rect l="0" t="0" r="0" b="0"/>
              <a:pathLst>
                <a:path w="13539">
                  <a:moveTo>
                    <a:pt x="0" y="0"/>
                  </a:moveTo>
                  <a:lnTo>
                    <a:pt x="13539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9" name="pl59"/>
            <p:cNvSpPr/>
            <p:nvPr/>
          </p:nvSpPr>
          <p:spPr>
            <a:xfrm>
              <a:off x="1750309" y="1719043"/>
              <a:ext cx="13539" cy="0"/>
            </a:xfrm>
            <a:custGeom>
              <a:avLst/>
              <a:gdLst/>
              <a:ahLst/>
              <a:cxnLst/>
              <a:rect l="0" t="0" r="0" b="0"/>
              <a:pathLst>
                <a:path w="13539">
                  <a:moveTo>
                    <a:pt x="0" y="0"/>
                  </a:moveTo>
                  <a:lnTo>
                    <a:pt x="13539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0" name="pl60"/>
            <p:cNvSpPr/>
            <p:nvPr/>
          </p:nvSpPr>
          <p:spPr>
            <a:xfrm>
              <a:off x="1757078" y="1719043"/>
              <a:ext cx="0" cy="211921"/>
            </a:xfrm>
            <a:custGeom>
              <a:avLst/>
              <a:gdLst/>
              <a:ahLst/>
              <a:cxnLst/>
              <a:rect l="0" t="0" r="0" b="0"/>
              <a:pathLst>
                <a:path h="211921">
                  <a:moveTo>
                    <a:pt x="0" y="0"/>
                  </a:moveTo>
                  <a:lnTo>
                    <a:pt x="0" y="211921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1" name="pl61"/>
            <p:cNvSpPr/>
            <p:nvPr/>
          </p:nvSpPr>
          <p:spPr>
            <a:xfrm>
              <a:off x="1750309" y="1930965"/>
              <a:ext cx="13539" cy="0"/>
            </a:xfrm>
            <a:custGeom>
              <a:avLst/>
              <a:gdLst/>
              <a:ahLst/>
              <a:cxnLst/>
              <a:rect l="0" t="0" r="0" b="0"/>
              <a:pathLst>
                <a:path w="13539">
                  <a:moveTo>
                    <a:pt x="0" y="0"/>
                  </a:moveTo>
                  <a:lnTo>
                    <a:pt x="13539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2" name="pl62"/>
            <p:cNvSpPr/>
            <p:nvPr/>
          </p:nvSpPr>
          <p:spPr>
            <a:xfrm>
              <a:off x="1818004" y="1847161"/>
              <a:ext cx="13539" cy="0"/>
            </a:xfrm>
            <a:custGeom>
              <a:avLst/>
              <a:gdLst/>
              <a:ahLst/>
              <a:cxnLst/>
              <a:rect l="0" t="0" r="0" b="0"/>
              <a:pathLst>
                <a:path w="13539">
                  <a:moveTo>
                    <a:pt x="0" y="0"/>
                  </a:moveTo>
                  <a:lnTo>
                    <a:pt x="13539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3" name="pl63"/>
            <p:cNvSpPr/>
            <p:nvPr/>
          </p:nvSpPr>
          <p:spPr>
            <a:xfrm>
              <a:off x="1824774" y="1847161"/>
              <a:ext cx="0" cy="188733"/>
            </a:xfrm>
            <a:custGeom>
              <a:avLst/>
              <a:gdLst/>
              <a:ahLst/>
              <a:cxnLst/>
              <a:rect l="0" t="0" r="0" b="0"/>
              <a:pathLst>
                <a:path h="188733">
                  <a:moveTo>
                    <a:pt x="0" y="0"/>
                  </a:moveTo>
                  <a:lnTo>
                    <a:pt x="0" y="188733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4" name="pl64"/>
            <p:cNvSpPr/>
            <p:nvPr/>
          </p:nvSpPr>
          <p:spPr>
            <a:xfrm>
              <a:off x="1818004" y="2035895"/>
              <a:ext cx="13539" cy="0"/>
            </a:xfrm>
            <a:custGeom>
              <a:avLst/>
              <a:gdLst/>
              <a:ahLst/>
              <a:cxnLst/>
              <a:rect l="0" t="0" r="0" b="0"/>
              <a:pathLst>
                <a:path w="13539">
                  <a:moveTo>
                    <a:pt x="0" y="0"/>
                  </a:moveTo>
                  <a:lnTo>
                    <a:pt x="13539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5" name="pl65"/>
            <p:cNvSpPr/>
            <p:nvPr/>
          </p:nvSpPr>
          <p:spPr>
            <a:xfrm>
              <a:off x="1885700" y="1874843"/>
              <a:ext cx="13539" cy="0"/>
            </a:xfrm>
            <a:custGeom>
              <a:avLst/>
              <a:gdLst/>
              <a:ahLst/>
              <a:cxnLst/>
              <a:rect l="0" t="0" r="0" b="0"/>
              <a:pathLst>
                <a:path w="13539">
                  <a:moveTo>
                    <a:pt x="0" y="0"/>
                  </a:moveTo>
                  <a:lnTo>
                    <a:pt x="13539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6" name="pl66"/>
            <p:cNvSpPr/>
            <p:nvPr/>
          </p:nvSpPr>
          <p:spPr>
            <a:xfrm>
              <a:off x="1892469" y="1874843"/>
              <a:ext cx="0" cy="156488"/>
            </a:xfrm>
            <a:custGeom>
              <a:avLst/>
              <a:gdLst/>
              <a:ahLst/>
              <a:cxnLst/>
              <a:rect l="0" t="0" r="0" b="0"/>
              <a:pathLst>
                <a:path h="156488">
                  <a:moveTo>
                    <a:pt x="0" y="0"/>
                  </a:moveTo>
                  <a:lnTo>
                    <a:pt x="0" y="156488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7" name="pl67"/>
            <p:cNvSpPr/>
            <p:nvPr/>
          </p:nvSpPr>
          <p:spPr>
            <a:xfrm>
              <a:off x="1885700" y="2031332"/>
              <a:ext cx="13539" cy="0"/>
            </a:xfrm>
            <a:custGeom>
              <a:avLst/>
              <a:gdLst/>
              <a:ahLst/>
              <a:cxnLst/>
              <a:rect l="0" t="0" r="0" b="0"/>
              <a:pathLst>
                <a:path w="13539">
                  <a:moveTo>
                    <a:pt x="0" y="0"/>
                  </a:moveTo>
                  <a:lnTo>
                    <a:pt x="13539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8" name="pl68"/>
            <p:cNvSpPr/>
            <p:nvPr/>
          </p:nvSpPr>
          <p:spPr>
            <a:xfrm>
              <a:off x="1953395" y="1980491"/>
              <a:ext cx="13539" cy="0"/>
            </a:xfrm>
            <a:custGeom>
              <a:avLst/>
              <a:gdLst/>
              <a:ahLst/>
              <a:cxnLst/>
              <a:rect l="0" t="0" r="0" b="0"/>
              <a:pathLst>
                <a:path w="13539">
                  <a:moveTo>
                    <a:pt x="0" y="0"/>
                  </a:moveTo>
                  <a:lnTo>
                    <a:pt x="13539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9" name="pl69"/>
            <p:cNvSpPr/>
            <p:nvPr/>
          </p:nvSpPr>
          <p:spPr>
            <a:xfrm>
              <a:off x="1960165" y="1980491"/>
              <a:ext cx="0" cy="150555"/>
            </a:xfrm>
            <a:custGeom>
              <a:avLst/>
              <a:gdLst/>
              <a:ahLst/>
              <a:cxnLst/>
              <a:rect l="0" t="0" r="0" b="0"/>
              <a:pathLst>
                <a:path h="150555">
                  <a:moveTo>
                    <a:pt x="0" y="0"/>
                  </a:moveTo>
                  <a:lnTo>
                    <a:pt x="0" y="150555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0" name="pl70"/>
            <p:cNvSpPr/>
            <p:nvPr/>
          </p:nvSpPr>
          <p:spPr>
            <a:xfrm>
              <a:off x="1953395" y="2131046"/>
              <a:ext cx="13539" cy="0"/>
            </a:xfrm>
            <a:custGeom>
              <a:avLst/>
              <a:gdLst/>
              <a:ahLst/>
              <a:cxnLst/>
              <a:rect l="0" t="0" r="0" b="0"/>
              <a:pathLst>
                <a:path w="13539">
                  <a:moveTo>
                    <a:pt x="0" y="0"/>
                  </a:moveTo>
                  <a:lnTo>
                    <a:pt x="13539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1" name="pl71"/>
            <p:cNvSpPr/>
            <p:nvPr/>
          </p:nvSpPr>
          <p:spPr>
            <a:xfrm>
              <a:off x="2021091" y="2006654"/>
              <a:ext cx="13539" cy="0"/>
            </a:xfrm>
            <a:custGeom>
              <a:avLst/>
              <a:gdLst/>
              <a:ahLst/>
              <a:cxnLst/>
              <a:rect l="0" t="0" r="0" b="0"/>
              <a:pathLst>
                <a:path w="13539">
                  <a:moveTo>
                    <a:pt x="0" y="0"/>
                  </a:moveTo>
                  <a:lnTo>
                    <a:pt x="13539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2" name="pl72"/>
            <p:cNvSpPr/>
            <p:nvPr/>
          </p:nvSpPr>
          <p:spPr>
            <a:xfrm>
              <a:off x="2027860" y="2006654"/>
              <a:ext cx="0" cy="142696"/>
            </a:xfrm>
            <a:custGeom>
              <a:avLst/>
              <a:gdLst/>
              <a:ahLst/>
              <a:cxnLst/>
              <a:rect l="0" t="0" r="0" b="0"/>
              <a:pathLst>
                <a:path h="142696">
                  <a:moveTo>
                    <a:pt x="0" y="0"/>
                  </a:moveTo>
                  <a:lnTo>
                    <a:pt x="0" y="142696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3" name="pl73"/>
            <p:cNvSpPr/>
            <p:nvPr/>
          </p:nvSpPr>
          <p:spPr>
            <a:xfrm>
              <a:off x="2021091" y="2149351"/>
              <a:ext cx="13539" cy="0"/>
            </a:xfrm>
            <a:custGeom>
              <a:avLst/>
              <a:gdLst/>
              <a:ahLst/>
              <a:cxnLst/>
              <a:rect l="0" t="0" r="0" b="0"/>
              <a:pathLst>
                <a:path w="13539">
                  <a:moveTo>
                    <a:pt x="0" y="0"/>
                  </a:moveTo>
                  <a:lnTo>
                    <a:pt x="13539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4" name="pl74"/>
            <p:cNvSpPr/>
            <p:nvPr/>
          </p:nvSpPr>
          <p:spPr>
            <a:xfrm>
              <a:off x="2088786" y="2824301"/>
              <a:ext cx="13539" cy="0"/>
            </a:xfrm>
            <a:custGeom>
              <a:avLst/>
              <a:gdLst/>
              <a:ahLst/>
              <a:cxnLst/>
              <a:rect l="0" t="0" r="0" b="0"/>
              <a:pathLst>
                <a:path w="13539">
                  <a:moveTo>
                    <a:pt x="0" y="0"/>
                  </a:moveTo>
                  <a:lnTo>
                    <a:pt x="13539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5" name="pl75"/>
            <p:cNvSpPr/>
            <p:nvPr/>
          </p:nvSpPr>
          <p:spPr>
            <a:xfrm>
              <a:off x="2095556" y="2824301"/>
              <a:ext cx="0" cy="229264"/>
            </a:xfrm>
            <a:custGeom>
              <a:avLst/>
              <a:gdLst/>
              <a:ahLst/>
              <a:cxnLst/>
              <a:rect l="0" t="0" r="0" b="0"/>
              <a:pathLst>
                <a:path h="229264">
                  <a:moveTo>
                    <a:pt x="0" y="0"/>
                  </a:moveTo>
                  <a:lnTo>
                    <a:pt x="0" y="229264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6" name="pl76"/>
            <p:cNvSpPr/>
            <p:nvPr/>
          </p:nvSpPr>
          <p:spPr>
            <a:xfrm>
              <a:off x="2088786" y="3053565"/>
              <a:ext cx="13539" cy="0"/>
            </a:xfrm>
            <a:custGeom>
              <a:avLst/>
              <a:gdLst/>
              <a:ahLst/>
              <a:cxnLst/>
              <a:rect l="0" t="0" r="0" b="0"/>
              <a:pathLst>
                <a:path w="13539">
                  <a:moveTo>
                    <a:pt x="0" y="0"/>
                  </a:moveTo>
                  <a:lnTo>
                    <a:pt x="13539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7" name="pl77"/>
            <p:cNvSpPr/>
            <p:nvPr/>
          </p:nvSpPr>
          <p:spPr>
            <a:xfrm>
              <a:off x="2156482" y="2869651"/>
              <a:ext cx="13539" cy="0"/>
            </a:xfrm>
            <a:custGeom>
              <a:avLst/>
              <a:gdLst/>
              <a:ahLst/>
              <a:cxnLst/>
              <a:rect l="0" t="0" r="0" b="0"/>
              <a:pathLst>
                <a:path w="13539">
                  <a:moveTo>
                    <a:pt x="0" y="0"/>
                  </a:moveTo>
                  <a:lnTo>
                    <a:pt x="13539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8" name="pl78"/>
            <p:cNvSpPr/>
            <p:nvPr/>
          </p:nvSpPr>
          <p:spPr>
            <a:xfrm>
              <a:off x="2163251" y="2869651"/>
              <a:ext cx="0" cy="249696"/>
            </a:xfrm>
            <a:custGeom>
              <a:avLst/>
              <a:gdLst/>
              <a:ahLst/>
              <a:cxnLst/>
              <a:rect l="0" t="0" r="0" b="0"/>
              <a:pathLst>
                <a:path h="249696">
                  <a:moveTo>
                    <a:pt x="0" y="0"/>
                  </a:moveTo>
                  <a:lnTo>
                    <a:pt x="0" y="249696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9" name="pl79"/>
            <p:cNvSpPr/>
            <p:nvPr/>
          </p:nvSpPr>
          <p:spPr>
            <a:xfrm>
              <a:off x="2156482" y="3119348"/>
              <a:ext cx="13539" cy="0"/>
            </a:xfrm>
            <a:custGeom>
              <a:avLst/>
              <a:gdLst/>
              <a:ahLst/>
              <a:cxnLst/>
              <a:rect l="0" t="0" r="0" b="0"/>
              <a:pathLst>
                <a:path w="13539">
                  <a:moveTo>
                    <a:pt x="0" y="0"/>
                  </a:moveTo>
                  <a:lnTo>
                    <a:pt x="13539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0" name="pl80"/>
            <p:cNvSpPr/>
            <p:nvPr/>
          </p:nvSpPr>
          <p:spPr>
            <a:xfrm>
              <a:off x="2224177" y="3041453"/>
              <a:ext cx="13539" cy="0"/>
            </a:xfrm>
            <a:custGeom>
              <a:avLst/>
              <a:gdLst/>
              <a:ahLst/>
              <a:cxnLst/>
              <a:rect l="0" t="0" r="0" b="0"/>
              <a:pathLst>
                <a:path w="13539">
                  <a:moveTo>
                    <a:pt x="0" y="0"/>
                  </a:moveTo>
                  <a:lnTo>
                    <a:pt x="13539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1" name="pl81"/>
            <p:cNvSpPr/>
            <p:nvPr/>
          </p:nvSpPr>
          <p:spPr>
            <a:xfrm>
              <a:off x="2230947" y="3041453"/>
              <a:ext cx="0" cy="257991"/>
            </a:xfrm>
            <a:custGeom>
              <a:avLst/>
              <a:gdLst/>
              <a:ahLst/>
              <a:cxnLst/>
              <a:rect l="0" t="0" r="0" b="0"/>
              <a:pathLst>
                <a:path h="257991">
                  <a:moveTo>
                    <a:pt x="0" y="0"/>
                  </a:moveTo>
                  <a:lnTo>
                    <a:pt x="0" y="257991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2" name="pl82"/>
            <p:cNvSpPr/>
            <p:nvPr/>
          </p:nvSpPr>
          <p:spPr>
            <a:xfrm>
              <a:off x="2224177" y="3299445"/>
              <a:ext cx="13539" cy="0"/>
            </a:xfrm>
            <a:custGeom>
              <a:avLst/>
              <a:gdLst/>
              <a:ahLst/>
              <a:cxnLst/>
              <a:rect l="0" t="0" r="0" b="0"/>
              <a:pathLst>
                <a:path w="13539">
                  <a:moveTo>
                    <a:pt x="0" y="0"/>
                  </a:moveTo>
                  <a:lnTo>
                    <a:pt x="13539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3" name="pl83"/>
            <p:cNvSpPr/>
            <p:nvPr/>
          </p:nvSpPr>
          <p:spPr>
            <a:xfrm>
              <a:off x="2291873" y="3182486"/>
              <a:ext cx="13539" cy="0"/>
            </a:xfrm>
            <a:custGeom>
              <a:avLst/>
              <a:gdLst/>
              <a:ahLst/>
              <a:cxnLst/>
              <a:rect l="0" t="0" r="0" b="0"/>
              <a:pathLst>
                <a:path w="13539">
                  <a:moveTo>
                    <a:pt x="0" y="0"/>
                  </a:moveTo>
                  <a:lnTo>
                    <a:pt x="13539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4" name="pl84"/>
            <p:cNvSpPr/>
            <p:nvPr/>
          </p:nvSpPr>
          <p:spPr>
            <a:xfrm>
              <a:off x="2298643" y="3182486"/>
              <a:ext cx="0" cy="182223"/>
            </a:xfrm>
            <a:custGeom>
              <a:avLst/>
              <a:gdLst/>
              <a:ahLst/>
              <a:cxnLst/>
              <a:rect l="0" t="0" r="0" b="0"/>
              <a:pathLst>
                <a:path h="182223">
                  <a:moveTo>
                    <a:pt x="0" y="0"/>
                  </a:moveTo>
                  <a:lnTo>
                    <a:pt x="0" y="182223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5" name="pl85"/>
            <p:cNvSpPr/>
            <p:nvPr/>
          </p:nvSpPr>
          <p:spPr>
            <a:xfrm>
              <a:off x="2291873" y="3364709"/>
              <a:ext cx="13539" cy="0"/>
            </a:xfrm>
            <a:custGeom>
              <a:avLst/>
              <a:gdLst/>
              <a:ahLst/>
              <a:cxnLst/>
              <a:rect l="0" t="0" r="0" b="0"/>
              <a:pathLst>
                <a:path w="13539">
                  <a:moveTo>
                    <a:pt x="0" y="0"/>
                  </a:moveTo>
                  <a:lnTo>
                    <a:pt x="13539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6" name="pl86"/>
            <p:cNvSpPr/>
            <p:nvPr/>
          </p:nvSpPr>
          <p:spPr>
            <a:xfrm>
              <a:off x="2359569" y="3160326"/>
              <a:ext cx="13539" cy="0"/>
            </a:xfrm>
            <a:custGeom>
              <a:avLst/>
              <a:gdLst/>
              <a:ahLst/>
              <a:cxnLst/>
              <a:rect l="0" t="0" r="0" b="0"/>
              <a:pathLst>
                <a:path w="13539">
                  <a:moveTo>
                    <a:pt x="0" y="0"/>
                  </a:moveTo>
                  <a:lnTo>
                    <a:pt x="13539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7" name="pl87"/>
            <p:cNvSpPr/>
            <p:nvPr/>
          </p:nvSpPr>
          <p:spPr>
            <a:xfrm>
              <a:off x="2366338" y="3160326"/>
              <a:ext cx="0" cy="286323"/>
            </a:xfrm>
            <a:custGeom>
              <a:avLst/>
              <a:gdLst/>
              <a:ahLst/>
              <a:cxnLst/>
              <a:rect l="0" t="0" r="0" b="0"/>
              <a:pathLst>
                <a:path h="286323">
                  <a:moveTo>
                    <a:pt x="0" y="0"/>
                  </a:moveTo>
                  <a:lnTo>
                    <a:pt x="0" y="286323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8" name="pl88"/>
            <p:cNvSpPr/>
            <p:nvPr/>
          </p:nvSpPr>
          <p:spPr>
            <a:xfrm>
              <a:off x="2359569" y="3446649"/>
              <a:ext cx="13539" cy="0"/>
            </a:xfrm>
            <a:custGeom>
              <a:avLst/>
              <a:gdLst/>
              <a:ahLst/>
              <a:cxnLst/>
              <a:rect l="0" t="0" r="0" b="0"/>
              <a:pathLst>
                <a:path w="13539">
                  <a:moveTo>
                    <a:pt x="0" y="0"/>
                  </a:moveTo>
                  <a:lnTo>
                    <a:pt x="13539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9" name="rc89"/>
            <p:cNvSpPr/>
            <p:nvPr/>
          </p:nvSpPr>
          <p:spPr>
            <a:xfrm>
              <a:off x="1310288" y="1208751"/>
              <a:ext cx="1096667" cy="2344464"/>
            </a:xfrm>
            <a:prstGeom prst="rect">
              <a:avLst/>
            </a:prstGeom>
            <a:noFill/>
            <a:ln w="1355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0" name="tx90"/>
            <p:cNvSpPr/>
            <p:nvPr/>
          </p:nvSpPr>
          <p:spPr>
            <a:xfrm>
              <a:off x="1148262" y="3001421"/>
              <a:ext cx="99395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880" b="0" i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-2</a:t>
              </a:r>
            </a:p>
          </p:txBody>
        </p:sp>
        <p:sp>
          <p:nvSpPr>
            <p:cNvPr id="91" name="tx91"/>
            <p:cNvSpPr/>
            <p:nvPr/>
          </p:nvSpPr>
          <p:spPr>
            <a:xfrm>
              <a:off x="1185478" y="2374662"/>
              <a:ext cx="62179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880" b="0" i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92" name="tx92"/>
            <p:cNvSpPr/>
            <p:nvPr/>
          </p:nvSpPr>
          <p:spPr>
            <a:xfrm>
              <a:off x="1185478" y="1747904"/>
              <a:ext cx="62179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880" b="0" i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2</a:t>
              </a:r>
            </a:p>
          </p:txBody>
        </p:sp>
        <p:sp>
          <p:nvSpPr>
            <p:cNvPr id="93" name="pl93"/>
            <p:cNvSpPr/>
            <p:nvPr/>
          </p:nvSpPr>
          <p:spPr>
            <a:xfrm>
              <a:off x="1275493" y="3041426"/>
              <a:ext cx="34794" cy="0"/>
            </a:xfrm>
            <a:custGeom>
              <a:avLst/>
              <a:gdLst/>
              <a:ahLst/>
              <a:cxnLst/>
              <a:rect l="0" t="0" r="0" b="0"/>
              <a:pathLst>
                <a:path w="34794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4" name="pl94"/>
            <p:cNvSpPr/>
            <p:nvPr/>
          </p:nvSpPr>
          <p:spPr>
            <a:xfrm>
              <a:off x="1275493" y="2414667"/>
              <a:ext cx="34794" cy="0"/>
            </a:xfrm>
            <a:custGeom>
              <a:avLst/>
              <a:gdLst/>
              <a:ahLst/>
              <a:cxnLst/>
              <a:rect l="0" t="0" r="0" b="0"/>
              <a:pathLst>
                <a:path w="34794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5" name="pl95"/>
            <p:cNvSpPr/>
            <p:nvPr/>
          </p:nvSpPr>
          <p:spPr>
            <a:xfrm>
              <a:off x="1275493" y="1787909"/>
              <a:ext cx="34794" cy="0"/>
            </a:xfrm>
            <a:custGeom>
              <a:avLst/>
              <a:gdLst/>
              <a:ahLst/>
              <a:cxnLst/>
              <a:rect l="0" t="0" r="0" b="0"/>
              <a:pathLst>
                <a:path w="34794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6" name="pl96"/>
            <p:cNvSpPr/>
            <p:nvPr/>
          </p:nvSpPr>
          <p:spPr>
            <a:xfrm>
              <a:off x="1350905" y="3553216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7" name="pl97"/>
            <p:cNvSpPr/>
            <p:nvPr/>
          </p:nvSpPr>
          <p:spPr>
            <a:xfrm>
              <a:off x="1418600" y="3553216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8" name="pl98"/>
            <p:cNvSpPr/>
            <p:nvPr/>
          </p:nvSpPr>
          <p:spPr>
            <a:xfrm>
              <a:off x="1486296" y="3553216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9" name="pl99"/>
            <p:cNvSpPr/>
            <p:nvPr/>
          </p:nvSpPr>
          <p:spPr>
            <a:xfrm>
              <a:off x="1553991" y="3553216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0" name="pl100"/>
            <p:cNvSpPr/>
            <p:nvPr/>
          </p:nvSpPr>
          <p:spPr>
            <a:xfrm>
              <a:off x="1621687" y="3553216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1" name="pl101"/>
            <p:cNvSpPr/>
            <p:nvPr/>
          </p:nvSpPr>
          <p:spPr>
            <a:xfrm>
              <a:off x="1689383" y="3553216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2" name="pl102"/>
            <p:cNvSpPr/>
            <p:nvPr/>
          </p:nvSpPr>
          <p:spPr>
            <a:xfrm>
              <a:off x="1757078" y="3553216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3" name="pl103"/>
            <p:cNvSpPr/>
            <p:nvPr/>
          </p:nvSpPr>
          <p:spPr>
            <a:xfrm>
              <a:off x="1824774" y="3553216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4" name="pl104"/>
            <p:cNvSpPr/>
            <p:nvPr/>
          </p:nvSpPr>
          <p:spPr>
            <a:xfrm>
              <a:off x="1892469" y="3553216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5" name="pl105"/>
            <p:cNvSpPr/>
            <p:nvPr/>
          </p:nvSpPr>
          <p:spPr>
            <a:xfrm>
              <a:off x="1960165" y="3553216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6" name="pl106"/>
            <p:cNvSpPr/>
            <p:nvPr/>
          </p:nvSpPr>
          <p:spPr>
            <a:xfrm>
              <a:off x="2027860" y="3553216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7" name="pl107"/>
            <p:cNvSpPr/>
            <p:nvPr/>
          </p:nvSpPr>
          <p:spPr>
            <a:xfrm>
              <a:off x="2095556" y="3553216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8" name="pl108"/>
            <p:cNvSpPr/>
            <p:nvPr/>
          </p:nvSpPr>
          <p:spPr>
            <a:xfrm>
              <a:off x="2163251" y="3553216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9" name="pl109"/>
            <p:cNvSpPr/>
            <p:nvPr/>
          </p:nvSpPr>
          <p:spPr>
            <a:xfrm>
              <a:off x="2230947" y="3553216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0" name="pl110"/>
            <p:cNvSpPr/>
            <p:nvPr/>
          </p:nvSpPr>
          <p:spPr>
            <a:xfrm>
              <a:off x="2298643" y="3553216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1" name="pl111"/>
            <p:cNvSpPr/>
            <p:nvPr/>
          </p:nvSpPr>
          <p:spPr>
            <a:xfrm>
              <a:off x="2366338" y="3553216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2" name="tx112"/>
            <p:cNvSpPr/>
            <p:nvPr/>
          </p:nvSpPr>
          <p:spPr>
            <a:xfrm rot="-5400000">
              <a:off x="536664" y="2330966"/>
              <a:ext cx="994684" cy="100035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1100" b="0" i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Log fold change</a:t>
              </a:r>
            </a:p>
          </p:txBody>
        </p:sp>
        <p:sp>
          <p:nvSpPr>
            <p:cNvPr id="113" name="rc113"/>
            <p:cNvSpPr/>
            <p:nvPr/>
          </p:nvSpPr>
          <p:spPr>
            <a:xfrm>
              <a:off x="2546133" y="2091939"/>
              <a:ext cx="1956276" cy="57809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114" name="rc114"/>
            <p:cNvSpPr/>
            <p:nvPr/>
          </p:nvSpPr>
          <p:spPr>
            <a:xfrm>
              <a:off x="2615723" y="2161528"/>
              <a:ext cx="219456" cy="21945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115" name="rc115"/>
            <p:cNvSpPr/>
            <p:nvPr/>
          </p:nvSpPr>
          <p:spPr>
            <a:xfrm>
              <a:off x="2624723" y="2170528"/>
              <a:ext cx="201456" cy="201455"/>
            </a:xfrm>
            <a:prstGeom prst="rect">
              <a:avLst/>
            </a:prstGeom>
            <a:solidFill>
              <a:srgbClr val="7D26CD">
                <a:alpha val="100000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6" name="rc116"/>
            <p:cNvSpPr/>
            <p:nvPr/>
          </p:nvSpPr>
          <p:spPr>
            <a:xfrm>
              <a:off x="2615723" y="2380984"/>
              <a:ext cx="219456" cy="21945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117" name="rc117"/>
            <p:cNvSpPr/>
            <p:nvPr/>
          </p:nvSpPr>
          <p:spPr>
            <a:xfrm>
              <a:off x="2624723" y="2389984"/>
              <a:ext cx="201456" cy="201456"/>
            </a:xfrm>
            <a:prstGeom prst="rect">
              <a:avLst/>
            </a:prstGeom>
            <a:solidFill>
              <a:srgbClr val="00CDCD">
                <a:alpha val="100000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8" name="tx118"/>
            <p:cNvSpPr/>
            <p:nvPr/>
          </p:nvSpPr>
          <p:spPr>
            <a:xfrm>
              <a:off x="2904768" y="2231251"/>
              <a:ext cx="1447129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880" b="0" i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Positive LFC (more in latrine)</a:t>
              </a:r>
            </a:p>
          </p:txBody>
        </p:sp>
        <p:sp>
          <p:nvSpPr>
            <p:cNvPr id="119" name="tx119"/>
            <p:cNvSpPr/>
            <p:nvPr/>
          </p:nvSpPr>
          <p:spPr>
            <a:xfrm>
              <a:off x="2904768" y="2450707"/>
              <a:ext cx="1528053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880" b="0" i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Negative LFC (more in control)</a:t>
              </a:r>
            </a:p>
          </p:txBody>
        </p:sp>
        <p:sp>
          <p:nvSpPr>
            <p:cNvPr id="120" name="tx120"/>
            <p:cNvSpPr/>
            <p:nvPr/>
          </p:nvSpPr>
          <p:spPr>
            <a:xfrm>
              <a:off x="738116" y="983989"/>
              <a:ext cx="2241011" cy="11996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1320" b="0" i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Wet season Latrine vs Control</a:t>
              </a:r>
            </a:p>
          </p:txBody>
        </p:sp>
      </p:grpSp>
      <p:sp>
        <p:nvSpPr>
          <p:cNvPr id="121" name="TextBox 120">
            <a:extLst>
              <a:ext uri="{FF2B5EF4-FFF2-40B4-BE49-F238E27FC236}">
                <a16:creationId xmlns:a16="http://schemas.microsoft.com/office/drawing/2014/main" id="{C120F120-CC08-6D45-EE31-ACBD47B42FC9}"/>
              </a:ext>
            </a:extLst>
          </p:cNvPr>
          <p:cNvSpPr txBox="1"/>
          <p:nvPr/>
        </p:nvSpPr>
        <p:spPr>
          <a:xfrm>
            <a:off x="1115616" y="260648"/>
            <a:ext cx="273630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With agglomerated genus data</a:t>
            </a: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140</TotalTime>
  <Words>74</Words>
  <Application>Microsoft Office PowerPoint</Application>
  <PresentationFormat>On-screen Show (4:3)</PresentationFormat>
  <Paragraphs>37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cp:lastModifiedBy>Eckhoff, Amanda Bryn - eckhofax</cp:lastModifiedBy>
  <cp:revision>9</cp:revision>
  <dcterms:created xsi:type="dcterms:W3CDTF">2017-02-13T16:18:36Z</dcterms:created>
  <dcterms:modified xsi:type="dcterms:W3CDTF">2026-04-07T13:54:38Z</dcterms:modified>
  <cp:category/>
</cp:coreProperties>
</file>