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70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F48E-FAB2-CB2B-D88A-AEEC65E7A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EB76D-8C7A-22F1-1E17-B3A66BB63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B3DF5-96F9-C9C5-CCB3-9F661635F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FA2A3-BA7E-E175-24E3-43483FF1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42DA0-0487-84E4-1668-CF0A9F16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C861-3E75-879F-0BAE-D3B5A5B7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F99D8-8D71-A4CD-B1EA-4F8130D5E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3C209-2505-6ABF-A1B2-59287D0C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0BB49-5E7A-56AE-17CD-7B763C9A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38296-58AB-EC11-1593-C3D55D97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9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7D49-DD1D-BA0D-59C1-A38CD24E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9F726-569C-30C4-88B9-D026DD90B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5E67-4F5E-35A9-BFA4-FA7A2A34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6B033-89E9-83A1-9EC9-2B689D05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2ACE4-5178-AB21-9D83-C21267CF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2AA9-E344-00BD-EE72-B71E25AF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A8C4B-D360-2BCF-E178-D5D9C947C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F580E-3C37-1204-558F-2287064AD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71ADF-BAEB-63B6-B306-63FC0AF7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8769C-76C5-5823-54BC-B1E92D03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C8B59-1ABD-1338-AA65-B490D038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8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AA4C-CEF4-3446-B203-933DB5A6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48AC1-26A4-6F47-2EB4-1F2AB5140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32CDA-01FD-42FB-A383-E263987B7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F1B5E-3C84-BC43-CEDE-3C30934AD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04BE0-0B93-5CC2-4336-86CF7A4B2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A0A1C-DFF1-73E0-370F-4DA97A22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D197C-D23A-59AE-8010-496808AA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B334A-572D-F658-D727-81DE3881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5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FE632-A4EF-A894-E8EF-5302AA04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E035F-8ECD-E204-2166-8A59F0C52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29727-565E-03A3-2082-369722F9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AA940-76F4-B31C-8BFB-E6A35F46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4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67D9D-767E-BCD0-CF50-D200F0AC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0EA77-9EEE-3CB6-1519-2053A8A3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6D599-A974-D276-4F5B-CDD25A2F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03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C1A3-1052-0894-BC00-D3B54C38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805CE-4E32-E560-DD25-A327332D6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A32DB-09DD-C6BC-7318-103A95174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73808-B29C-89E4-1A52-57FC0975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D6663-A0C4-FE10-DF9D-F2129E2C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DBC4D-55C3-D555-9870-B8993E70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49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48BCB-6BCA-E08C-055A-CE4CA482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74F1A-EF3A-F721-16CE-A43575AFA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50E2F-C3C1-58B3-4FFA-AD81B2C74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12F51-BC8A-72F5-E7B7-51B4BCFF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9C88C-8730-14B9-0A63-311085F7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45E28-CCE1-5D42-5BCE-961CDF95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C248-F1E2-1BB6-E3ED-E432C60DF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393D2-E6B5-78AA-0426-5E94B39F5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A622A-D65E-23C2-48AE-95A377D2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3AC6-C0DD-6C73-E99D-4A54170C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1D034-7522-5D7F-8A63-BC4C0F61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9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92C360-1987-BBF1-ACCF-F0092B595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17E92-0A59-AA1B-4226-B104569EF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3CCB0-C193-34FC-3721-6125C4A1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EB0B-AAA3-6061-BA54-A26271D1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83E60-9FA4-7AC5-A20C-1B55DF1C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B44CB-5FD0-3404-7E11-F20D6362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6926D-FF3D-432B-B684-302D2A91B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6BF3-06A3-3396-8708-62DA8A89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55BB1-D444-41BC-822C-B74DC2C96240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FBE31-C921-6C94-51D7-56FEEBC4F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F78A8-1D76-13C3-0F8F-B164B7A1D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6C44B-3D38-457F-AADD-F1F8CE997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9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38400" y="914400"/>
            <a:ext cx="6766560" cy="438912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711770" y="1423116"/>
              <a:ext cx="958472" cy="1983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711770" y="3241396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711770" y="2518939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711770" y="1796482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711770" y="2880168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711770" y="2157710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711770" y="1435253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973172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408841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973172" y="1900516"/>
              <a:ext cx="0" cy="100421"/>
            </a:xfrm>
            <a:custGeom>
              <a:avLst/>
              <a:gdLst/>
              <a:ahLst/>
              <a:cxnLst/>
              <a:rect l="0" t="0" r="0" b="0"/>
              <a:pathLst>
                <a:path h="100421">
                  <a:moveTo>
                    <a:pt x="0" y="1004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973172" y="2428271"/>
              <a:ext cx="0" cy="67549"/>
            </a:xfrm>
            <a:custGeom>
              <a:avLst/>
              <a:gdLst/>
              <a:ahLst/>
              <a:cxnLst/>
              <a:rect l="0" t="0" r="0" b="0"/>
              <a:pathLst>
                <a:path h="67549">
                  <a:moveTo>
                    <a:pt x="0" y="0"/>
                  </a:moveTo>
                  <a:lnTo>
                    <a:pt x="0" y="6754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1809796" y="2000937"/>
              <a:ext cx="326752" cy="427333"/>
            </a:xfrm>
            <a:custGeom>
              <a:avLst/>
              <a:gdLst/>
              <a:ahLst/>
              <a:cxnLst/>
              <a:rect l="0" t="0" r="0" b="0"/>
              <a:pathLst>
                <a:path w="326752" h="427333">
                  <a:moveTo>
                    <a:pt x="0" y="0"/>
                  </a:moveTo>
                  <a:lnTo>
                    <a:pt x="0" y="427333"/>
                  </a:lnTo>
                  <a:lnTo>
                    <a:pt x="326752" y="427333"/>
                  </a:lnTo>
                  <a:lnTo>
                    <a:pt x="326752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809796" y="2106416"/>
              <a:ext cx="326752" cy="0"/>
            </a:xfrm>
            <a:custGeom>
              <a:avLst/>
              <a:gdLst/>
              <a:ahLst/>
              <a:cxnLst/>
              <a:rect l="0" t="0" r="0" b="0"/>
              <a:pathLst>
                <a:path w="326752">
                  <a:moveTo>
                    <a:pt x="0" y="0"/>
                  </a:moveTo>
                  <a:lnTo>
                    <a:pt x="32675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2384015" y="2702181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408841" y="1880287"/>
              <a:ext cx="0" cy="185671"/>
            </a:xfrm>
            <a:custGeom>
              <a:avLst/>
              <a:gdLst/>
              <a:ahLst/>
              <a:cxnLst/>
              <a:rect l="0" t="0" r="0" b="0"/>
              <a:pathLst>
                <a:path h="185671">
                  <a:moveTo>
                    <a:pt x="0" y="18567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408841" y="2225621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21"/>
            <p:cNvSpPr/>
            <p:nvPr/>
          </p:nvSpPr>
          <p:spPr>
            <a:xfrm>
              <a:off x="2245465" y="2065958"/>
              <a:ext cx="326752" cy="159663"/>
            </a:xfrm>
            <a:custGeom>
              <a:avLst/>
              <a:gdLst/>
              <a:ahLst/>
              <a:cxnLst/>
              <a:rect l="0" t="0" r="0" b="0"/>
              <a:pathLst>
                <a:path w="326752" h="159663">
                  <a:moveTo>
                    <a:pt x="0" y="0"/>
                  </a:moveTo>
                  <a:lnTo>
                    <a:pt x="0" y="159663"/>
                  </a:lnTo>
                  <a:lnTo>
                    <a:pt x="326752" y="159663"/>
                  </a:lnTo>
                  <a:lnTo>
                    <a:pt x="326752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2245465" y="2157710"/>
              <a:ext cx="326752" cy="0"/>
            </a:xfrm>
            <a:custGeom>
              <a:avLst/>
              <a:gdLst/>
              <a:ahLst/>
              <a:cxnLst/>
              <a:rect l="0" t="0" r="0" b="0"/>
              <a:pathLst>
                <a:path w="326752">
                  <a:moveTo>
                    <a:pt x="0" y="0"/>
                  </a:moveTo>
                  <a:lnTo>
                    <a:pt x="32675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1928020" y="2362529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1928020" y="1962288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2363689" y="2129898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2363689" y="2095220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1928020" y="1960843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1928020" y="1855364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2363689" y="2027309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2363689" y="2001300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1928020" y="2160241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1928020" y="1940614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2363689" y="268185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2363689" y="2180470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928020" y="2450669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1928020" y="2444889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2363689" y="1835135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2363689" y="2180470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711770" y="1423116"/>
              <a:ext cx="958472" cy="1983578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2739832" y="1423116"/>
              <a:ext cx="958472" cy="19835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2739832" y="3241396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2739832" y="2518939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739832" y="1796482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739832" y="2880168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2739832" y="2157710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739832" y="1435253"/>
              <a:ext cx="958472" cy="0"/>
            </a:xfrm>
            <a:custGeom>
              <a:avLst/>
              <a:gdLst/>
              <a:ahLst/>
              <a:cxnLst/>
              <a:rect l="0" t="0" r="0" b="0"/>
              <a:pathLst>
                <a:path w="958472">
                  <a:moveTo>
                    <a:pt x="0" y="0"/>
                  </a:moveTo>
                  <a:lnTo>
                    <a:pt x="958472" y="0"/>
                  </a:lnTo>
                  <a:lnTo>
                    <a:pt x="958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3001234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3436903" y="1423116"/>
              <a:ext cx="0" cy="1983578"/>
            </a:xfrm>
            <a:custGeom>
              <a:avLst/>
              <a:gdLst/>
              <a:ahLst/>
              <a:cxnLst/>
              <a:rect l="0" t="0" r="0" b="0"/>
              <a:pathLst>
                <a:path h="1983578">
                  <a:moveTo>
                    <a:pt x="0" y="19835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3001234" y="1513279"/>
              <a:ext cx="0" cy="531728"/>
            </a:xfrm>
            <a:custGeom>
              <a:avLst/>
              <a:gdLst/>
              <a:ahLst/>
              <a:cxnLst/>
              <a:rect l="0" t="0" r="0" b="0"/>
              <a:pathLst>
                <a:path h="531728">
                  <a:moveTo>
                    <a:pt x="0" y="5317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3001234" y="2862829"/>
              <a:ext cx="0" cy="453703"/>
            </a:xfrm>
            <a:custGeom>
              <a:avLst/>
              <a:gdLst/>
              <a:ahLst/>
              <a:cxnLst/>
              <a:rect l="0" t="0" r="0" b="0"/>
              <a:pathLst>
                <a:path h="453703">
                  <a:moveTo>
                    <a:pt x="0" y="0"/>
                  </a:moveTo>
                  <a:lnTo>
                    <a:pt x="0" y="45370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g51"/>
            <p:cNvSpPr/>
            <p:nvPr/>
          </p:nvSpPr>
          <p:spPr>
            <a:xfrm>
              <a:off x="2837858" y="2045007"/>
              <a:ext cx="326752" cy="817821"/>
            </a:xfrm>
            <a:custGeom>
              <a:avLst/>
              <a:gdLst/>
              <a:ahLst/>
              <a:cxnLst/>
              <a:rect l="0" t="0" r="0" b="0"/>
              <a:pathLst>
                <a:path w="326752" h="817821">
                  <a:moveTo>
                    <a:pt x="0" y="0"/>
                  </a:moveTo>
                  <a:lnTo>
                    <a:pt x="0" y="817821"/>
                  </a:lnTo>
                  <a:lnTo>
                    <a:pt x="326752" y="817821"/>
                  </a:lnTo>
                  <a:lnTo>
                    <a:pt x="326752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2837858" y="2557952"/>
              <a:ext cx="326752" cy="0"/>
            </a:xfrm>
            <a:custGeom>
              <a:avLst/>
              <a:gdLst/>
              <a:ahLst/>
              <a:cxnLst/>
              <a:rect l="0" t="0" r="0" b="0"/>
              <a:pathLst>
                <a:path w="326752">
                  <a:moveTo>
                    <a:pt x="0" y="0"/>
                  </a:moveTo>
                  <a:lnTo>
                    <a:pt x="32675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3436903" y="1633207"/>
              <a:ext cx="0" cy="455509"/>
            </a:xfrm>
            <a:custGeom>
              <a:avLst/>
              <a:gdLst/>
              <a:ahLst/>
              <a:cxnLst/>
              <a:rect l="0" t="0" r="0" b="0"/>
              <a:pathLst>
                <a:path h="455509">
                  <a:moveTo>
                    <a:pt x="0" y="4555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3436903" y="2532666"/>
              <a:ext cx="0" cy="610476"/>
            </a:xfrm>
            <a:custGeom>
              <a:avLst/>
              <a:gdLst/>
              <a:ahLst/>
              <a:cxnLst/>
              <a:rect l="0" t="0" r="0" b="0"/>
              <a:pathLst>
                <a:path h="610476">
                  <a:moveTo>
                    <a:pt x="0" y="0"/>
                  </a:moveTo>
                  <a:lnTo>
                    <a:pt x="0" y="61047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g55"/>
            <p:cNvSpPr/>
            <p:nvPr/>
          </p:nvSpPr>
          <p:spPr>
            <a:xfrm>
              <a:off x="3273527" y="2088716"/>
              <a:ext cx="326752" cy="443949"/>
            </a:xfrm>
            <a:custGeom>
              <a:avLst/>
              <a:gdLst/>
              <a:ahLst/>
              <a:cxnLst/>
              <a:rect l="0" t="0" r="0" b="0"/>
              <a:pathLst>
                <a:path w="326752" h="443949">
                  <a:moveTo>
                    <a:pt x="0" y="0"/>
                  </a:moveTo>
                  <a:lnTo>
                    <a:pt x="0" y="443949"/>
                  </a:lnTo>
                  <a:lnTo>
                    <a:pt x="326752" y="443949"/>
                  </a:lnTo>
                  <a:lnTo>
                    <a:pt x="326752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3273527" y="2408403"/>
              <a:ext cx="326752" cy="0"/>
            </a:xfrm>
            <a:custGeom>
              <a:avLst/>
              <a:gdLst/>
              <a:ahLst/>
              <a:cxnLst/>
              <a:rect l="0" t="0" r="0" b="0"/>
              <a:pathLst>
                <a:path w="326752">
                  <a:moveTo>
                    <a:pt x="0" y="0"/>
                  </a:moveTo>
                  <a:lnTo>
                    <a:pt x="32675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2956082" y="1914605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2956082" y="1890042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3391751" y="2418880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3391751" y="2374088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2956082" y="1905936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2956082" y="1696423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3391751" y="1627067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3391751" y="1712317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956082" y="203164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2956082" y="177155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3391751" y="254603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3391751" y="2583601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2956082" y="1999855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2956082" y="1668970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3391751" y="2441999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3391751" y="1982516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2956082" y="1888597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2956082" y="1468127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3391751" y="2320626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3391751" y="1897266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2956082" y="3014185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2956082" y="3219363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3391751" y="1588055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3391751" y="2515690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2956082" y="2142902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2956082" y="2129898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3391751" y="2180470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3391751" y="1848139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2956082" y="2725202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2956082" y="2439109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3391751" y="2485346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3391751" y="2488236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2956082" y="2199253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2956082" y="1820686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3391751" y="2431885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3391751" y="2229597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2956082" y="2687634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2956082" y="2544588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3391751" y="2296063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3391751" y="2629838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2956082" y="2817677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2956082" y="2598050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3391751" y="2437664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3391751" y="2186249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2956082" y="2800338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2956082" y="2512800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3391751" y="1975292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3391751" y="2634173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2956082" y="2769995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2956082" y="2898592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3391751" y="2270054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3391751" y="201574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2956082" y="3103770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3391751" y="2009970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3391751" y="2441999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2956082" y="2612499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2956082" y="2407321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3391751" y="2460783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3391751" y="2521469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2956082" y="2872584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2956082" y="2822012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3391751" y="3097990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3391751" y="259949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2956082" y="2499796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2956082" y="2255605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3391751" y="2127008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3391751" y="2593715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2956082" y="2934715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2956082" y="3271380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3391751" y="2342300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3391751" y="2352414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2956082" y="2811897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2956082" y="3087876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3391751" y="2407321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3391751" y="2007080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2739832" y="1423116"/>
              <a:ext cx="958472" cy="1983578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1711770" y="1208264"/>
              <a:ext cx="958472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tx134"/>
            <p:cNvSpPr/>
            <p:nvPr/>
          </p:nvSpPr>
          <p:spPr>
            <a:xfrm>
              <a:off x="2135137" y="1275685"/>
              <a:ext cx="11173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2400" b="1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LIA</a:t>
              </a:r>
              <a:endParaRPr sz="2400" b="1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35" name="rc135"/>
            <p:cNvSpPr/>
            <p:nvPr/>
          </p:nvSpPr>
          <p:spPr>
            <a:xfrm>
              <a:off x="2739832" y="1208264"/>
              <a:ext cx="958472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tx136"/>
            <p:cNvSpPr/>
            <p:nvPr/>
          </p:nvSpPr>
          <p:spPr>
            <a:xfrm>
              <a:off x="3122828" y="1275685"/>
              <a:ext cx="19248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2400" b="1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RGM</a:t>
              </a:r>
              <a:endParaRPr sz="2400" b="1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37" name="pl137"/>
            <p:cNvSpPr/>
            <p:nvPr/>
          </p:nvSpPr>
          <p:spPr>
            <a:xfrm>
              <a:off x="1973172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2408841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tx139"/>
            <p:cNvSpPr/>
            <p:nvPr/>
          </p:nvSpPr>
          <p:spPr>
            <a:xfrm>
              <a:off x="1521616" y="3469325"/>
              <a:ext cx="609904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2000" b="1" dirty="0">
                  <a:latin typeface="Arial"/>
                  <a:cs typeface="Arial"/>
                </a:rPr>
                <a:t>reference</a:t>
              </a:r>
              <a:endParaRPr sz="2000" b="1" dirty="0">
                <a:latin typeface="Arial"/>
                <a:cs typeface="Arial"/>
              </a:endParaRPr>
            </a:p>
          </p:txBody>
        </p:sp>
        <p:sp>
          <p:nvSpPr>
            <p:cNvPr id="140" name="tx140"/>
            <p:cNvSpPr/>
            <p:nvPr/>
          </p:nvSpPr>
          <p:spPr>
            <a:xfrm>
              <a:off x="2132098" y="3469325"/>
              <a:ext cx="553486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000" b="1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1" name="pl141"/>
            <p:cNvSpPr/>
            <p:nvPr/>
          </p:nvSpPr>
          <p:spPr>
            <a:xfrm>
              <a:off x="3001234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3436903" y="340669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tx143"/>
            <p:cNvSpPr/>
            <p:nvPr/>
          </p:nvSpPr>
          <p:spPr>
            <a:xfrm>
              <a:off x="2662772" y="3469325"/>
              <a:ext cx="609904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2000" b="1" dirty="0">
                  <a:latin typeface="Arial"/>
                  <a:cs typeface="Arial"/>
                </a:rPr>
                <a:t>reference</a:t>
              </a:r>
              <a:endParaRPr sz="2000" b="1" dirty="0">
                <a:latin typeface="Arial"/>
                <a:cs typeface="Arial"/>
              </a:endParaRPr>
            </a:p>
          </p:txBody>
        </p:sp>
        <p:sp>
          <p:nvSpPr>
            <p:cNvPr id="144" name="tx144"/>
            <p:cNvSpPr/>
            <p:nvPr/>
          </p:nvSpPr>
          <p:spPr>
            <a:xfrm>
              <a:off x="3256499" y="3469325"/>
              <a:ext cx="553486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000" b="1" dirty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384844" y="2807427"/>
              <a:ext cx="33905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271824" y="2084970"/>
              <a:ext cx="45207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271824" y="1362513"/>
              <a:ext cx="45207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148" name="pl148"/>
            <p:cNvSpPr/>
            <p:nvPr/>
          </p:nvSpPr>
          <p:spPr>
            <a:xfrm>
              <a:off x="1676975" y="288016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1676975" y="215771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1676975" y="143525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tx151"/>
            <p:cNvSpPr/>
            <p:nvPr/>
          </p:nvSpPr>
          <p:spPr>
            <a:xfrm rot="16200000">
              <a:off x="448435" y="2333066"/>
              <a:ext cx="1549725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400" b="1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ASV Richness</a:t>
              </a:r>
            </a:p>
          </p:txBody>
        </p:sp>
        <p:sp>
          <p:nvSpPr>
            <p:cNvPr id="152" name="rc152"/>
            <p:cNvSpPr/>
            <p:nvPr/>
          </p:nvSpPr>
          <p:spPr>
            <a:xfrm>
              <a:off x="3837483" y="1697142"/>
              <a:ext cx="698516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3" name="tx153"/>
            <p:cNvSpPr/>
            <p:nvPr/>
          </p:nvSpPr>
          <p:spPr>
            <a:xfrm>
              <a:off x="3832714" y="1781453"/>
              <a:ext cx="55933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2400" b="1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El</a:t>
              </a:r>
              <a:r>
                <a:rPr sz="2400" b="1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evation</a:t>
              </a:r>
            </a:p>
          </p:txBody>
        </p:sp>
        <p:pic>
          <p:nvPicPr>
            <p:cNvPr id="154" name="pic1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2714" y="1965799"/>
              <a:ext cx="219455" cy="1097280"/>
            </a:xfrm>
            <a:prstGeom prst="rect">
              <a:avLst/>
            </a:prstGeom>
          </p:spPr>
        </p:pic>
        <p:sp>
          <p:nvSpPr>
            <p:cNvPr id="155" name="pl155"/>
            <p:cNvSpPr/>
            <p:nvPr/>
          </p:nvSpPr>
          <p:spPr>
            <a:xfrm>
              <a:off x="4008279" y="273463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4008279" y="236764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4008279" y="200065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3832714" y="273463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3832714" y="236764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3832714" y="200065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tx161"/>
            <p:cNvSpPr/>
            <p:nvPr/>
          </p:nvSpPr>
          <p:spPr>
            <a:xfrm>
              <a:off x="4121759" y="2694627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5200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4121759" y="2327639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5300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121759" y="1960652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5400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705553" y="950399"/>
              <a:ext cx="1998969" cy="1454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a) 16S Alpha Diversity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AAC810-4252-C81F-68B3-20C716B9F364}"/>
              </a:ext>
            </a:extLst>
          </p:cNvPr>
          <p:cNvGrpSpPr/>
          <p:nvPr/>
        </p:nvGrpSpPr>
        <p:grpSpPr>
          <a:xfrm>
            <a:off x="3277711" y="384048"/>
            <a:ext cx="6250272" cy="6021079"/>
            <a:chOff x="3277711" y="384048"/>
            <a:chExt cx="6250272" cy="6021079"/>
          </a:xfrm>
        </p:grpSpPr>
        <p:grpSp>
          <p:nvGrpSpPr>
            <p:cNvPr id="2" name="Group 1"/>
            <p:cNvGrpSpPr/>
            <p:nvPr/>
          </p:nvGrpSpPr>
          <p:grpSpPr>
            <a:xfrm>
              <a:off x="3277711" y="384048"/>
              <a:ext cx="6250272" cy="6021079"/>
              <a:chOff x="1230039" y="1208264"/>
              <a:chExt cx="2140554" cy="2301293"/>
            </a:xfrm>
          </p:grpSpPr>
          <p:sp>
            <p:nvSpPr>
              <p:cNvPr id="5" name="rc5"/>
              <p:cNvSpPr/>
              <p:nvPr/>
            </p:nvSpPr>
            <p:spPr>
              <a:xfrm>
                <a:off x="1722834" y="1208264"/>
                <a:ext cx="1219536" cy="195176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pl6"/>
              <p:cNvSpPr/>
              <p:nvPr/>
            </p:nvSpPr>
            <p:spPr>
              <a:xfrm>
                <a:off x="1722834" y="2841827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pl7"/>
              <p:cNvSpPr/>
              <p:nvPr/>
            </p:nvSpPr>
            <p:spPr>
              <a:xfrm>
                <a:off x="1722834" y="2478153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l8"/>
              <p:cNvSpPr/>
              <p:nvPr/>
            </p:nvSpPr>
            <p:spPr>
              <a:xfrm>
                <a:off x="1722834" y="2114478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l9"/>
              <p:cNvSpPr/>
              <p:nvPr/>
            </p:nvSpPr>
            <p:spPr>
              <a:xfrm>
                <a:off x="1722834" y="1750803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l10"/>
              <p:cNvSpPr/>
              <p:nvPr/>
            </p:nvSpPr>
            <p:spPr>
              <a:xfrm>
                <a:off x="1722834" y="1387128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l11"/>
              <p:cNvSpPr/>
              <p:nvPr/>
            </p:nvSpPr>
            <p:spPr>
              <a:xfrm>
                <a:off x="2036029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l12"/>
              <p:cNvSpPr/>
              <p:nvPr/>
            </p:nvSpPr>
            <p:spPr>
              <a:xfrm>
                <a:off x="2455872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l13"/>
              <p:cNvSpPr/>
              <p:nvPr/>
            </p:nvSpPr>
            <p:spPr>
              <a:xfrm>
                <a:off x="2875716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l14"/>
              <p:cNvSpPr/>
              <p:nvPr/>
            </p:nvSpPr>
            <p:spPr>
              <a:xfrm>
                <a:off x="1722834" y="3023665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l15"/>
              <p:cNvSpPr/>
              <p:nvPr/>
            </p:nvSpPr>
            <p:spPr>
              <a:xfrm>
                <a:off x="1722834" y="2659990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pl16"/>
              <p:cNvSpPr/>
              <p:nvPr/>
            </p:nvSpPr>
            <p:spPr>
              <a:xfrm>
                <a:off x="1722834" y="2296315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pl17"/>
              <p:cNvSpPr/>
              <p:nvPr/>
            </p:nvSpPr>
            <p:spPr>
              <a:xfrm>
                <a:off x="1722834" y="1932640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pl18"/>
              <p:cNvSpPr/>
              <p:nvPr/>
            </p:nvSpPr>
            <p:spPr>
              <a:xfrm>
                <a:off x="1722834" y="1568966"/>
                <a:ext cx="1219536" cy="0"/>
              </a:xfrm>
              <a:custGeom>
                <a:avLst/>
                <a:gdLst/>
                <a:ahLst/>
                <a:cxnLst/>
                <a:rect l="0" t="0" r="0" b="0"/>
                <a:pathLst>
                  <a:path w="1219536">
                    <a:moveTo>
                      <a:pt x="0" y="0"/>
                    </a:moveTo>
                    <a:lnTo>
                      <a:pt x="1219536" y="0"/>
                    </a:lnTo>
                    <a:lnTo>
                      <a:pt x="1219536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pl19"/>
              <p:cNvSpPr/>
              <p:nvPr/>
            </p:nvSpPr>
            <p:spPr>
              <a:xfrm>
                <a:off x="1826107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pl20"/>
              <p:cNvSpPr/>
              <p:nvPr/>
            </p:nvSpPr>
            <p:spPr>
              <a:xfrm>
                <a:off x="2245951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pl21"/>
              <p:cNvSpPr/>
              <p:nvPr/>
            </p:nvSpPr>
            <p:spPr>
              <a:xfrm>
                <a:off x="2665794" y="1208264"/>
                <a:ext cx="0" cy="1951769"/>
              </a:xfrm>
              <a:custGeom>
                <a:avLst/>
                <a:gdLst/>
                <a:ahLst/>
                <a:cxnLst/>
                <a:rect l="0" t="0" r="0" b="0"/>
                <a:pathLst>
                  <a:path h="1951769">
                    <a:moveTo>
                      <a:pt x="0" y="1951769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pg22"/>
              <p:cNvSpPr/>
              <p:nvPr/>
            </p:nvSpPr>
            <p:spPr>
              <a:xfrm>
                <a:off x="2344527" y="1296980"/>
                <a:ext cx="72087" cy="264156"/>
              </a:xfrm>
              <a:custGeom>
                <a:avLst/>
                <a:gdLst/>
                <a:ahLst/>
                <a:cxnLst/>
                <a:rect l="0" t="0" r="0" b="0"/>
                <a:pathLst>
                  <a:path w="72087" h="264156">
                    <a:moveTo>
                      <a:pt x="25215" y="264156"/>
                    </a:moveTo>
                    <a:lnTo>
                      <a:pt x="0" y="184675"/>
                    </a:lnTo>
                    <a:lnTo>
                      <a:pt x="72087" y="0"/>
                    </a:lnTo>
                    <a:close/>
                  </a:path>
                </a:pathLst>
              </a:custGeom>
              <a:solidFill>
                <a:srgbClr val="F8766D">
                  <a:alpha val="10196"/>
                </a:srgbClr>
              </a:solidFill>
              <a:ln w="13550" cap="flat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g23"/>
              <p:cNvSpPr/>
              <p:nvPr/>
            </p:nvSpPr>
            <p:spPr>
              <a:xfrm>
                <a:off x="2239382" y="1684290"/>
                <a:ext cx="647554" cy="1387026"/>
              </a:xfrm>
              <a:custGeom>
                <a:avLst/>
                <a:gdLst/>
                <a:ahLst/>
                <a:cxnLst/>
                <a:rect l="0" t="0" r="0" b="0"/>
                <a:pathLst>
                  <a:path w="647554" h="1387026">
                    <a:moveTo>
                      <a:pt x="647554" y="969928"/>
                    </a:moveTo>
                    <a:lnTo>
                      <a:pt x="591765" y="1329602"/>
                    </a:lnTo>
                    <a:lnTo>
                      <a:pt x="547042" y="1387026"/>
                    </a:lnTo>
                    <a:lnTo>
                      <a:pt x="248705" y="1151830"/>
                    </a:lnTo>
                    <a:lnTo>
                      <a:pt x="0" y="521267"/>
                    </a:lnTo>
                    <a:lnTo>
                      <a:pt x="40610" y="66536"/>
                    </a:lnTo>
                    <a:lnTo>
                      <a:pt x="263266" y="0"/>
                    </a:lnTo>
                    <a:close/>
                  </a:path>
                </a:pathLst>
              </a:custGeom>
              <a:solidFill>
                <a:srgbClr val="7CAE00">
                  <a:alpha val="10196"/>
                </a:srgbClr>
              </a:solidFill>
              <a:ln w="13550" cap="flat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g24"/>
              <p:cNvSpPr/>
              <p:nvPr/>
            </p:nvSpPr>
            <p:spPr>
              <a:xfrm>
                <a:off x="1956260" y="1859833"/>
                <a:ext cx="191607" cy="721289"/>
              </a:xfrm>
              <a:custGeom>
                <a:avLst/>
                <a:gdLst/>
                <a:ahLst/>
                <a:cxnLst/>
                <a:rect l="0" t="0" r="0" b="0"/>
                <a:pathLst>
                  <a:path w="191607" h="721289">
                    <a:moveTo>
                      <a:pt x="97114" y="494175"/>
                    </a:moveTo>
                    <a:lnTo>
                      <a:pt x="0" y="721289"/>
                    </a:lnTo>
                    <a:lnTo>
                      <a:pt x="29190" y="423429"/>
                    </a:lnTo>
                    <a:lnTo>
                      <a:pt x="191607" y="0"/>
                    </a:lnTo>
                    <a:close/>
                  </a:path>
                </a:pathLst>
              </a:custGeom>
              <a:solidFill>
                <a:srgbClr val="00BFC4">
                  <a:alpha val="10196"/>
                </a:srgbClr>
              </a:solidFill>
              <a:ln w="13550" cap="flat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g25"/>
              <p:cNvSpPr/>
              <p:nvPr/>
            </p:nvSpPr>
            <p:spPr>
              <a:xfrm>
                <a:off x="1778268" y="2090240"/>
                <a:ext cx="349756" cy="667330"/>
              </a:xfrm>
              <a:custGeom>
                <a:avLst/>
                <a:gdLst/>
                <a:ahLst/>
                <a:cxnLst/>
                <a:rect l="0" t="0" r="0" b="0"/>
                <a:pathLst>
                  <a:path w="349756" h="667330">
                    <a:moveTo>
                      <a:pt x="262282" y="527816"/>
                    </a:moveTo>
                    <a:lnTo>
                      <a:pt x="61439" y="667330"/>
                    </a:lnTo>
                    <a:lnTo>
                      <a:pt x="0" y="463677"/>
                    </a:lnTo>
                    <a:lnTo>
                      <a:pt x="34637" y="358171"/>
                    </a:lnTo>
                    <a:lnTo>
                      <a:pt x="115860" y="215551"/>
                    </a:lnTo>
                    <a:lnTo>
                      <a:pt x="153890" y="162287"/>
                    </a:lnTo>
                    <a:lnTo>
                      <a:pt x="296921" y="0"/>
                    </a:lnTo>
                    <a:lnTo>
                      <a:pt x="349756" y="262856"/>
                    </a:lnTo>
                    <a:close/>
                  </a:path>
                </a:pathLst>
              </a:custGeom>
              <a:solidFill>
                <a:srgbClr val="C77CFF">
                  <a:alpha val="10196"/>
                </a:srgbClr>
              </a:solidFill>
              <a:ln w="13550" cap="flat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t26"/>
              <p:cNvSpPr/>
              <p:nvPr/>
            </p:nvSpPr>
            <p:spPr>
              <a:xfrm>
                <a:off x="2257238" y="1751705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t27"/>
              <p:cNvSpPr/>
              <p:nvPr/>
            </p:nvSpPr>
            <p:spPr>
              <a:xfrm>
                <a:off x="1900557" y="222092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t28"/>
              <p:cNvSpPr/>
              <p:nvPr/>
            </p:nvSpPr>
            <p:spPr>
              <a:xfrm>
                <a:off x="2607025" y="2351100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t29"/>
              <p:cNvSpPr/>
              <p:nvPr/>
            </p:nvSpPr>
            <p:spPr>
              <a:xfrm>
                <a:off x="1832485" y="2484086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t30"/>
              <p:cNvSpPr/>
              <p:nvPr/>
            </p:nvSpPr>
            <p:spPr>
              <a:xfrm>
                <a:off x="2248391" y="1719225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t31"/>
              <p:cNvSpPr/>
              <p:nvPr/>
            </p:nvSpPr>
            <p:spPr>
              <a:xfrm>
                <a:off x="2043588" y="2058639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t32"/>
              <p:cNvSpPr/>
              <p:nvPr/>
            </p:nvSpPr>
            <p:spPr>
              <a:xfrm>
                <a:off x="2754823" y="3039715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t33"/>
              <p:cNvSpPr/>
              <p:nvPr/>
            </p:nvSpPr>
            <p:spPr>
              <a:xfrm>
                <a:off x="1868397" y="2359083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t34"/>
              <p:cNvSpPr/>
              <p:nvPr/>
            </p:nvSpPr>
            <p:spPr>
              <a:xfrm>
                <a:off x="2599274" y="2906823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t35"/>
              <p:cNvSpPr/>
              <p:nvPr/>
            </p:nvSpPr>
            <p:spPr>
              <a:xfrm>
                <a:off x="1833618" y="242475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t36"/>
              <p:cNvSpPr/>
              <p:nvPr/>
            </p:nvSpPr>
            <p:spPr>
              <a:xfrm>
                <a:off x="2602534" y="2279384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t37"/>
              <p:cNvSpPr/>
              <p:nvPr/>
            </p:nvSpPr>
            <p:spPr>
              <a:xfrm>
                <a:off x="1884593" y="234710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t38"/>
              <p:cNvSpPr/>
              <p:nvPr/>
            </p:nvSpPr>
            <p:spPr>
              <a:xfrm>
                <a:off x="2730456" y="3006335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pt39"/>
              <p:cNvSpPr/>
              <p:nvPr/>
            </p:nvSpPr>
            <p:spPr>
              <a:xfrm>
                <a:off x="1781304" y="2416810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pt40"/>
              <p:cNvSpPr/>
              <p:nvPr/>
            </p:nvSpPr>
            <p:spPr>
              <a:xfrm>
                <a:off x="2855336" y="2622617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pt41"/>
              <p:cNvSpPr/>
              <p:nvPr/>
            </p:nvSpPr>
            <p:spPr>
              <a:xfrm>
                <a:off x="1965609" y="230751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pt42"/>
              <p:cNvSpPr/>
              <p:nvPr/>
            </p:nvSpPr>
            <p:spPr>
              <a:xfrm>
                <a:off x="2342248" y="1492047"/>
                <a:ext cx="63202" cy="63202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pt43"/>
              <p:cNvSpPr/>
              <p:nvPr/>
            </p:nvSpPr>
            <p:spPr>
              <a:xfrm>
                <a:off x="1953849" y="2251661"/>
                <a:ext cx="63202" cy="63202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pt44"/>
              <p:cNvSpPr/>
              <p:nvPr/>
            </p:nvSpPr>
            <p:spPr>
              <a:xfrm>
                <a:off x="2207781" y="2173956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pt45"/>
              <p:cNvSpPr/>
              <p:nvPr/>
            </p:nvSpPr>
            <p:spPr>
              <a:xfrm>
                <a:off x="1915217" y="2568954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pt46"/>
              <p:cNvSpPr/>
              <p:nvPr/>
            </p:nvSpPr>
            <p:spPr>
              <a:xfrm>
                <a:off x="2763069" y="2648778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pt47"/>
              <p:cNvSpPr/>
              <p:nvPr/>
            </p:nvSpPr>
            <p:spPr>
              <a:xfrm>
                <a:off x="2096423" y="2321496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pt48"/>
              <p:cNvSpPr/>
              <p:nvPr/>
            </p:nvSpPr>
            <p:spPr>
              <a:xfrm>
                <a:off x="2478951" y="1770237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pt49"/>
              <p:cNvSpPr/>
              <p:nvPr/>
            </p:nvSpPr>
            <p:spPr>
              <a:xfrm>
                <a:off x="1746666" y="252231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pt50"/>
              <p:cNvSpPr/>
              <p:nvPr/>
            </p:nvSpPr>
            <p:spPr>
              <a:xfrm>
                <a:off x="2717827" y="2380236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t51"/>
              <p:cNvSpPr/>
              <p:nvPr/>
            </p:nvSpPr>
            <p:spPr>
              <a:xfrm>
                <a:off x="1846754" y="2428965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t52"/>
              <p:cNvSpPr/>
              <p:nvPr/>
            </p:nvSpPr>
            <p:spPr>
              <a:xfrm>
                <a:off x="2799546" y="2982291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t53"/>
              <p:cNvSpPr/>
              <p:nvPr/>
            </p:nvSpPr>
            <p:spPr>
              <a:xfrm>
                <a:off x="1944683" y="2457705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t54"/>
              <p:cNvSpPr/>
              <p:nvPr/>
            </p:nvSpPr>
            <p:spPr>
              <a:xfrm>
                <a:off x="2433757" y="1770297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t55"/>
              <p:cNvSpPr/>
              <p:nvPr/>
            </p:nvSpPr>
            <p:spPr>
              <a:xfrm>
                <a:off x="2049835" y="2374472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t56"/>
              <p:cNvSpPr/>
              <p:nvPr/>
            </p:nvSpPr>
            <p:spPr>
              <a:xfrm>
                <a:off x="2338141" y="1529536"/>
                <a:ext cx="63202" cy="63202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t57"/>
              <p:cNvSpPr/>
              <p:nvPr/>
            </p:nvSpPr>
            <p:spPr>
              <a:xfrm>
                <a:off x="2116267" y="1828232"/>
                <a:ext cx="63202" cy="63202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pt58"/>
              <p:cNvSpPr/>
              <p:nvPr/>
            </p:nvSpPr>
            <p:spPr>
              <a:xfrm>
                <a:off x="2312925" y="1450054"/>
                <a:ext cx="63202" cy="63202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pt59"/>
              <p:cNvSpPr/>
              <p:nvPr/>
            </p:nvSpPr>
            <p:spPr>
              <a:xfrm>
                <a:off x="1924659" y="2549522"/>
                <a:ext cx="63202" cy="63202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pt60"/>
              <p:cNvSpPr/>
              <p:nvPr/>
            </p:nvSpPr>
            <p:spPr>
              <a:xfrm>
                <a:off x="2331698" y="1709172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" name="pt61"/>
              <p:cNvSpPr/>
              <p:nvPr/>
            </p:nvSpPr>
            <p:spPr>
              <a:xfrm>
                <a:off x="1862527" y="2274190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" name="pt62"/>
              <p:cNvSpPr/>
              <p:nvPr/>
            </p:nvSpPr>
            <p:spPr>
              <a:xfrm>
                <a:off x="2385013" y="1265379"/>
                <a:ext cx="63202" cy="63202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pt63"/>
              <p:cNvSpPr/>
              <p:nvPr/>
            </p:nvSpPr>
            <p:spPr>
              <a:xfrm>
                <a:off x="2021774" y="2322408"/>
                <a:ext cx="63202" cy="63202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pt64"/>
              <p:cNvSpPr/>
              <p:nvPr/>
            </p:nvSpPr>
            <p:spPr>
              <a:xfrm>
                <a:off x="2471047" y="1652688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" name="pt65"/>
              <p:cNvSpPr/>
              <p:nvPr/>
            </p:nvSpPr>
            <p:spPr>
              <a:xfrm>
                <a:off x="1774539" y="260516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pt66"/>
              <p:cNvSpPr/>
              <p:nvPr/>
            </p:nvSpPr>
            <p:spPr>
              <a:xfrm>
                <a:off x="2625178" y="2128412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pt67"/>
              <p:cNvSpPr/>
              <p:nvPr/>
            </p:nvSpPr>
            <p:spPr>
              <a:xfrm>
                <a:off x="2008949" y="2586456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" name="pt68"/>
              <p:cNvSpPr/>
              <p:nvPr/>
            </p:nvSpPr>
            <p:spPr>
              <a:xfrm>
                <a:off x="2397232" y="1894729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pt69"/>
              <p:cNvSpPr/>
              <p:nvPr/>
            </p:nvSpPr>
            <p:spPr>
              <a:xfrm>
                <a:off x="1963693" y="241116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pt70"/>
              <p:cNvSpPr/>
              <p:nvPr/>
            </p:nvSpPr>
            <p:spPr>
              <a:xfrm>
                <a:off x="2456486" y="2804519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pt71"/>
              <p:cNvSpPr/>
              <p:nvPr/>
            </p:nvSpPr>
            <p:spPr>
              <a:xfrm>
                <a:off x="1808106" y="2725970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" name="rc72"/>
              <p:cNvSpPr/>
              <p:nvPr/>
            </p:nvSpPr>
            <p:spPr>
              <a:xfrm>
                <a:off x="1722834" y="1208264"/>
                <a:ext cx="1219536" cy="1951769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" name="tx73"/>
              <p:cNvSpPr/>
              <p:nvPr/>
            </p:nvSpPr>
            <p:spPr>
              <a:xfrm>
                <a:off x="1325691" y="2950924"/>
                <a:ext cx="463143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00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-0.10</a:t>
                </a:r>
              </a:p>
            </p:txBody>
          </p:sp>
          <p:sp>
            <p:nvSpPr>
              <p:cNvPr id="74" name="tx74"/>
              <p:cNvSpPr/>
              <p:nvPr/>
            </p:nvSpPr>
            <p:spPr>
              <a:xfrm>
                <a:off x="1325691" y="2587250"/>
                <a:ext cx="463143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00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-0.05</a:t>
                </a:r>
              </a:p>
            </p:txBody>
          </p:sp>
          <p:sp>
            <p:nvSpPr>
              <p:cNvPr id="75" name="tx75"/>
              <p:cNvSpPr/>
              <p:nvPr/>
            </p:nvSpPr>
            <p:spPr>
              <a:xfrm>
                <a:off x="1393356" y="2223575"/>
                <a:ext cx="39547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00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0.00</a:t>
                </a:r>
              </a:p>
            </p:txBody>
          </p:sp>
          <p:sp>
            <p:nvSpPr>
              <p:cNvPr id="76" name="tx76"/>
              <p:cNvSpPr/>
              <p:nvPr/>
            </p:nvSpPr>
            <p:spPr>
              <a:xfrm>
                <a:off x="1393356" y="1859900"/>
                <a:ext cx="39547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00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0.05</a:t>
                </a:r>
              </a:p>
            </p:txBody>
          </p:sp>
          <p:sp>
            <p:nvSpPr>
              <p:cNvPr id="77" name="tx77"/>
              <p:cNvSpPr/>
              <p:nvPr/>
            </p:nvSpPr>
            <p:spPr>
              <a:xfrm>
                <a:off x="1393356" y="1496225"/>
                <a:ext cx="39547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00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0.10</a:t>
                </a:r>
              </a:p>
            </p:txBody>
          </p:sp>
          <p:sp>
            <p:nvSpPr>
              <p:cNvPr id="78" name="pl78"/>
              <p:cNvSpPr/>
              <p:nvPr/>
            </p:nvSpPr>
            <p:spPr>
              <a:xfrm>
                <a:off x="1688040" y="3023665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" name="pl79"/>
              <p:cNvSpPr/>
              <p:nvPr/>
            </p:nvSpPr>
            <p:spPr>
              <a:xfrm>
                <a:off x="1688040" y="2659990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" name="pl80"/>
              <p:cNvSpPr/>
              <p:nvPr/>
            </p:nvSpPr>
            <p:spPr>
              <a:xfrm>
                <a:off x="1688040" y="2296315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pl81"/>
              <p:cNvSpPr/>
              <p:nvPr/>
            </p:nvSpPr>
            <p:spPr>
              <a:xfrm>
                <a:off x="1688040" y="1932640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" name="pl82"/>
              <p:cNvSpPr/>
              <p:nvPr/>
            </p:nvSpPr>
            <p:spPr>
              <a:xfrm>
                <a:off x="1688040" y="1568966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" name="pl83"/>
              <p:cNvSpPr/>
              <p:nvPr/>
            </p:nvSpPr>
            <p:spPr>
              <a:xfrm>
                <a:off x="1826107" y="3160033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pl84"/>
              <p:cNvSpPr/>
              <p:nvPr/>
            </p:nvSpPr>
            <p:spPr>
              <a:xfrm>
                <a:off x="2245951" y="3160033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" name="pl85"/>
              <p:cNvSpPr/>
              <p:nvPr/>
            </p:nvSpPr>
            <p:spPr>
              <a:xfrm>
                <a:off x="2665794" y="3160033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" name="tx86"/>
              <p:cNvSpPr/>
              <p:nvPr/>
            </p:nvSpPr>
            <p:spPr>
              <a:xfrm>
                <a:off x="1651045" y="3189568"/>
                <a:ext cx="350123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00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-0.1</a:t>
                </a:r>
              </a:p>
            </p:txBody>
          </p:sp>
          <p:sp>
            <p:nvSpPr>
              <p:cNvPr id="87" name="tx87"/>
              <p:cNvSpPr/>
              <p:nvPr/>
            </p:nvSpPr>
            <p:spPr>
              <a:xfrm>
                <a:off x="2104722" y="3189568"/>
                <a:ext cx="28245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00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</a:t>
                </a:r>
              </a:p>
            </p:txBody>
          </p:sp>
          <p:sp>
            <p:nvSpPr>
              <p:cNvPr id="88" name="tx88"/>
              <p:cNvSpPr/>
              <p:nvPr/>
            </p:nvSpPr>
            <p:spPr>
              <a:xfrm>
                <a:off x="2524565" y="3189568"/>
                <a:ext cx="282458" cy="14548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00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0.1</a:t>
                </a:r>
              </a:p>
            </p:txBody>
          </p:sp>
          <p:sp>
            <p:nvSpPr>
              <p:cNvPr id="89" name="tx89"/>
              <p:cNvSpPr/>
              <p:nvPr/>
            </p:nvSpPr>
            <p:spPr>
              <a:xfrm>
                <a:off x="1930449" y="3345880"/>
                <a:ext cx="804306" cy="16367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400" b="1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PCoA 1</a:t>
                </a:r>
              </a:p>
            </p:txBody>
          </p:sp>
          <p:sp>
            <p:nvSpPr>
              <p:cNvPr id="90" name="tx90"/>
              <p:cNvSpPr/>
              <p:nvPr/>
            </p:nvSpPr>
            <p:spPr>
              <a:xfrm rot="16200000">
                <a:off x="909725" y="2102310"/>
                <a:ext cx="804306" cy="16367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r>
                  <a:rPr sz="2400" b="1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PCoA 2</a:t>
                </a:r>
              </a:p>
            </p:txBody>
          </p:sp>
          <p:sp>
            <p:nvSpPr>
              <p:cNvPr id="95" name="rc95"/>
              <p:cNvSpPr/>
              <p:nvPr/>
            </p:nvSpPr>
            <p:spPr>
              <a:xfrm>
                <a:off x="3151137" y="2064226"/>
                <a:ext cx="219456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" name="rc97"/>
              <p:cNvSpPr/>
              <p:nvPr/>
            </p:nvSpPr>
            <p:spPr>
              <a:xfrm>
                <a:off x="3151137" y="2283682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" name="rc99"/>
              <p:cNvSpPr/>
              <p:nvPr/>
            </p:nvSpPr>
            <p:spPr>
              <a:xfrm>
                <a:off x="3151137" y="2503138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6" name="tx96">
              <a:extLst>
                <a:ext uri="{FF2B5EF4-FFF2-40B4-BE49-F238E27FC236}">
                  <a16:creationId xmlns:a16="http://schemas.microsoft.com/office/drawing/2014/main" id="{CA6E05F9-A165-531C-259F-89EA487A46B3}"/>
                </a:ext>
              </a:extLst>
            </p:cNvPr>
            <p:cNvSpPr/>
            <p:nvPr/>
          </p:nvSpPr>
          <p:spPr>
            <a:xfrm>
              <a:off x="4742205" y="572464"/>
              <a:ext cx="2141635" cy="2153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</a:t>
              </a: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Reference</a:t>
              </a:r>
              <a:endParaRPr sz="200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07" name="tx97">
              <a:extLst>
                <a:ext uri="{FF2B5EF4-FFF2-40B4-BE49-F238E27FC236}">
                  <a16:creationId xmlns:a16="http://schemas.microsoft.com/office/drawing/2014/main" id="{C893A2F1-9C00-A074-7FDF-D7FFBEDFAD5E}"/>
                </a:ext>
              </a:extLst>
            </p:cNvPr>
            <p:cNvSpPr/>
            <p:nvPr/>
          </p:nvSpPr>
          <p:spPr>
            <a:xfrm>
              <a:off x="5398095" y="5063520"/>
              <a:ext cx="2525131" cy="2153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</a:t>
              </a: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Reference</a:t>
              </a:r>
              <a:endParaRPr sz="200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08" name="tx98">
              <a:extLst>
                <a:ext uri="{FF2B5EF4-FFF2-40B4-BE49-F238E27FC236}">
                  <a16:creationId xmlns:a16="http://schemas.microsoft.com/office/drawing/2014/main" id="{E215C57B-FF61-E2D2-8243-484FFB791AD3}"/>
                </a:ext>
              </a:extLst>
            </p:cNvPr>
            <p:cNvSpPr/>
            <p:nvPr/>
          </p:nvSpPr>
          <p:spPr>
            <a:xfrm>
              <a:off x="4363042" y="1686789"/>
              <a:ext cx="2070105" cy="2153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Latrine</a:t>
              </a:r>
            </a:p>
          </p:txBody>
        </p:sp>
        <p:sp>
          <p:nvSpPr>
            <p:cNvPr id="109" name="tx99">
              <a:extLst>
                <a:ext uri="{FF2B5EF4-FFF2-40B4-BE49-F238E27FC236}">
                  <a16:creationId xmlns:a16="http://schemas.microsoft.com/office/drawing/2014/main" id="{094B93CD-EC4B-BBF7-28E1-82D5880444CA}"/>
                </a:ext>
              </a:extLst>
            </p:cNvPr>
            <p:cNvSpPr/>
            <p:nvPr/>
          </p:nvSpPr>
          <p:spPr>
            <a:xfrm>
              <a:off x="4300918" y="4714147"/>
              <a:ext cx="2453601" cy="2153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Latrine</a:t>
              </a:r>
            </a:p>
          </p:txBody>
        </p:sp>
        <p:cxnSp>
          <p:nvCxnSpPr>
            <p:cNvPr id="110" name="Straight Connector 101">
              <a:extLst>
                <a:ext uri="{FF2B5EF4-FFF2-40B4-BE49-F238E27FC236}">
                  <a16:creationId xmlns:a16="http://schemas.microsoft.com/office/drawing/2014/main" id="{EA71B50E-7805-9987-2D7E-E6E83384117A}"/>
                </a:ext>
              </a:extLst>
            </p:cNvPr>
            <p:cNvCxnSpPr>
              <a:cxnSpLocks/>
            </p:cNvCxnSpPr>
            <p:nvPr/>
          </p:nvCxnSpPr>
          <p:spPr>
            <a:xfrm>
              <a:off x="5464476" y="1969167"/>
              <a:ext cx="348546" cy="4692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04">
              <a:extLst>
                <a:ext uri="{FF2B5EF4-FFF2-40B4-BE49-F238E27FC236}">
                  <a16:creationId xmlns:a16="http://schemas.microsoft.com/office/drawing/2014/main" id="{0B3903DA-849C-3A16-117E-A135B1479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11097" y="4227871"/>
              <a:ext cx="186998" cy="4192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07">
              <a:extLst>
                <a:ext uri="{FF2B5EF4-FFF2-40B4-BE49-F238E27FC236}">
                  <a16:creationId xmlns:a16="http://schemas.microsoft.com/office/drawing/2014/main" id="{99ABB5FD-EB40-1F80-9EFC-F9782AFD5A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6023" y="4437511"/>
              <a:ext cx="230854" cy="58062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roup 203">
            <a:extLst>
              <a:ext uri="{FF2B5EF4-FFF2-40B4-BE49-F238E27FC236}">
                <a16:creationId xmlns:a16="http://schemas.microsoft.com/office/drawing/2014/main" id="{82077B1C-A385-0C27-E7E4-3F38306FC252}"/>
              </a:ext>
            </a:extLst>
          </p:cNvPr>
          <p:cNvGrpSpPr/>
          <p:nvPr/>
        </p:nvGrpSpPr>
        <p:grpSpPr>
          <a:xfrm>
            <a:off x="345175" y="837484"/>
            <a:ext cx="9197808" cy="3872190"/>
            <a:chOff x="345175" y="837484"/>
            <a:chExt cx="9197808" cy="3872190"/>
          </a:xfrm>
        </p:grpSpPr>
        <p:grpSp>
          <p:nvGrpSpPr>
            <p:cNvPr id="194" name="Group 1">
              <a:extLst>
                <a:ext uri="{FF2B5EF4-FFF2-40B4-BE49-F238E27FC236}">
                  <a16:creationId xmlns:a16="http://schemas.microsoft.com/office/drawing/2014/main" id="{0DF33B86-AD47-A377-0CF1-B3631B339624}"/>
                </a:ext>
              </a:extLst>
            </p:cNvPr>
            <p:cNvGrpSpPr/>
            <p:nvPr/>
          </p:nvGrpSpPr>
          <p:grpSpPr>
            <a:xfrm>
              <a:off x="345175" y="837484"/>
              <a:ext cx="5883009" cy="3872190"/>
              <a:chOff x="983988" y="1208751"/>
              <a:chExt cx="1422967" cy="2379259"/>
            </a:xfrm>
          </p:grpSpPr>
          <p:sp>
            <p:nvSpPr>
              <p:cNvPr id="199" name="rc5">
                <a:extLst>
                  <a:ext uri="{FF2B5EF4-FFF2-40B4-BE49-F238E27FC236}">
                    <a16:creationId xmlns:a16="http://schemas.microsoft.com/office/drawing/2014/main" id="{9E940D6C-D055-B8C8-323C-9CD1548BC8FF}"/>
                  </a:ext>
                </a:extLst>
              </p:cNvPr>
              <p:cNvSpPr/>
              <p:nvPr/>
            </p:nvSpPr>
            <p:spPr>
              <a:xfrm>
                <a:off x="1310288" y="1208751"/>
                <a:ext cx="1096667" cy="2344464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0" name="pl6">
                <a:extLst>
                  <a:ext uri="{FF2B5EF4-FFF2-40B4-BE49-F238E27FC236}">
                    <a16:creationId xmlns:a16="http://schemas.microsoft.com/office/drawing/2014/main" id="{65AEC6CC-FEAE-26F0-7804-A52B00AFB62B}"/>
                  </a:ext>
                </a:extLst>
              </p:cNvPr>
              <p:cNvSpPr/>
              <p:nvPr/>
            </p:nvSpPr>
            <p:spPr>
              <a:xfrm>
                <a:off x="1310288" y="2994011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1" name="pl7">
                <a:extLst>
                  <a:ext uri="{FF2B5EF4-FFF2-40B4-BE49-F238E27FC236}">
                    <a16:creationId xmlns:a16="http://schemas.microsoft.com/office/drawing/2014/main" id="{792EF38A-D0B6-0907-814F-F33D604286B7}"/>
                  </a:ext>
                </a:extLst>
              </p:cNvPr>
              <p:cNvSpPr/>
              <p:nvPr/>
            </p:nvSpPr>
            <p:spPr>
              <a:xfrm>
                <a:off x="1310288" y="2382872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2" name="pl8">
                <a:extLst>
                  <a:ext uri="{FF2B5EF4-FFF2-40B4-BE49-F238E27FC236}">
                    <a16:creationId xmlns:a16="http://schemas.microsoft.com/office/drawing/2014/main" id="{0FD98858-BC4B-2C9C-AECD-FD0C574D3052}"/>
                  </a:ext>
                </a:extLst>
              </p:cNvPr>
              <p:cNvSpPr/>
              <p:nvPr/>
            </p:nvSpPr>
            <p:spPr>
              <a:xfrm>
                <a:off x="1310288" y="1771733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3" name="pl9">
                <a:extLst>
                  <a:ext uri="{FF2B5EF4-FFF2-40B4-BE49-F238E27FC236}">
                    <a16:creationId xmlns:a16="http://schemas.microsoft.com/office/drawing/2014/main" id="{C7874006-D271-D500-C203-8AD1FECDA2FA}"/>
                  </a:ext>
                </a:extLst>
              </p:cNvPr>
              <p:cNvSpPr/>
              <p:nvPr/>
            </p:nvSpPr>
            <p:spPr>
              <a:xfrm>
                <a:off x="1333621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4" name="pl10">
                <a:extLst>
                  <a:ext uri="{FF2B5EF4-FFF2-40B4-BE49-F238E27FC236}">
                    <a16:creationId xmlns:a16="http://schemas.microsoft.com/office/drawing/2014/main" id="{CE8A82ED-8346-BFC8-31B4-0AE8EB67E4BC}"/>
                  </a:ext>
                </a:extLst>
              </p:cNvPr>
              <p:cNvSpPr/>
              <p:nvPr/>
            </p:nvSpPr>
            <p:spPr>
              <a:xfrm>
                <a:off x="1372510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5" name="pl11">
                <a:extLst>
                  <a:ext uri="{FF2B5EF4-FFF2-40B4-BE49-F238E27FC236}">
                    <a16:creationId xmlns:a16="http://schemas.microsoft.com/office/drawing/2014/main" id="{C62F6970-021B-50EB-38B8-EA694E998742}"/>
                  </a:ext>
                </a:extLst>
              </p:cNvPr>
              <p:cNvSpPr/>
              <p:nvPr/>
            </p:nvSpPr>
            <p:spPr>
              <a:xfrm>
                <a:off x="1411399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6" name="pl12">
                <a:extLst>
                  <a:ext uri="{FF2B5EF4-FFF2-40B4-BE49-F238E27FC236}">
                    <a16:creationId xmlns:a16="http://schemas.microsoft.com/office/drawing/2014/main" id="{7485B6C5-5755-F13A-101F-7755F8CB1BC4}"/>
                  </a:ext>
                </a:extLst>
              </p:cNvPr>
              <p:cNvSpPr/>
              <p:nvPr/>
            </p:nvSpPr>
            <p:spPr>
              <a:xfrm>
                <a:off x="1450288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7" name="pl13">
                <a:extLst>
                  <a:ext uri="{FF2B5EF4-FFF2-40B4-BE49-F238E27FC236}">
                    <a16:creationId xmlns:a16="http://schemas.microsoft.com/office/drawing/2014/main" id="{F5AA4F52-800D-EC77-1C5E-7990D021A84E}"/>
                  </a:ext>
                </a:extLst>
              </p:cNvPr>
              <p:cNvSpPr/>
              <p:nvPr/>
            </p:nvSpPr>
            <p:spPr>
              <a:xfrm>
                <a:off x="1489177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8" name="pl14">
                <a:extLst>
                  <a:ext uri="{FF2B5EF4-FFF2-40B4-BE49-F238E27FC236}">
                    <a16:creationId xmlns:a16="http://schemas.microsoft.com/office/drawing/2014/main" id="{3A87CB79-ED6F-619B-7B8A-A3504D269A3C}"/>
                  </a:ext>
                </a:extLst>
              </p:cNvPr>
              <p:cNvSpPr/>
              <p:nvPr/>
            </p:nvSpPr>
            <p:spPr>
              <a:xfrm>
                <a:off x="1528066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9" name="pl15">
                <a:extLst>
                  <a:ext uri="{FF2B5EF4-FFF2-40B4-BE49-F238E27FC236}">
                    <a16:creationId xmlns:a16="http://schemas.microsoft.com/office/drawing/2014/main" id="{7B6636FD-F4E7-BCBC-7A03-9E8F59C07ADE}"/>
                  </a:ext>
                </a:extLst>
              </p:cNvPr>
              <p:cNvSpPr/>
              <p:nvPr/>
            </p:nvSpPr>
            <p:spPr>
              <a:xfrm>
                <a:off x="1566954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0" name="pl16">
                <a:extLst>
                  <a:ext uri="{FF2B5EF4-FFF2-40B4-BE49-F238E27FC236}">
                    <a16:creationId xmlns:a16="http://schemas.microsoft.com/office/drawing/2014/main" id="{3B8BF4EC-13CF-6D6A-CFAC-431C6753302A}"/>
                  </a:ext>
                </a:extLst>
              </p:cNvPr>
              <p:cNvSpPr/>
              <p:nvPr/>
            </p:nvSpPr>
            <p:spPr>
              <a:xfrm>
                <a:off x="1605843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1" name="pl17">
                <a:extLst>
                  <a:ext uri="{FF2B5EF4-FFF2-40B4-BE49-F238E27FC236}">
                    <a16:creationId xmlns:a16="http://schemas.microsoft.com/office/drawing/2014/main" id="{511F8ECB-C884-9FCF-645D-E9F32EFC04F2}"/>
                  </a:ext>
                </a:extLst>
              </p:cNvPr>
              <p:cNvSpPr/>
              <p:nvPr/>
            </p:nvSpPr>
            <p:spPr>
              <a:xfrm>
                <a:off x="1644732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2" name="pl18">
                <a:extLst>
                  <a:ext uri="{FF2B5EF4-FFF2-40B4-BE49-F238E27FC236}">
                    <a16:creationId xmlns:a16="http://schemas.microsoft.com/office/drawing/2014/main" id="{64C8332C-038A-7224-785C-828BF2C9CC2B}"/>
                  </a:ext>
                </a:extLst>
              </p:cNvPr>
              <p:cNvSpPr/>
              <p:nvPr/>
            </p:nvSpPr>
            <p:spPr>
              <a:xfrm>
                <a:off x="1683621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3" name="pl19">
                <a:extLst>
                  <a:ext uri="{FF2B5EF4-FFF2-40B4-BE49-F238E27FC236}">
                    <a16:creationId xmlns:a16="http://schemas.microsoft.com/office/drawing/2014/main" id="{8B9F20E7-D66B-53BC-8600-4CA1838511A6}"/>
                  </a:ext>
                </a:extLst>
              </p:cNvPr>
              <p:cNvSpPr/>
              <p:nvPr/>
            </p:nvSpPr>
            <p:spPr>
              <a:xfrm>
                <a:off x="1722510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4" name="pl20">
                <a:extLst>
                  <a:ext uri="{FF2B5EF4-FFF2-40B4-BE49-F238E27FC236}">
                    <a16:creationId xmlns:a16="http://schemas.microsoft.com/office/drawing/2014/main" id="{5B5CE90B-E417-81D4-A44B-B37E26B536CD}"/>
                  </a:ext>
                </a:extLst>
              </p:cNvPr>
              <p:cNvSpPr/>
              <p:nvPr/>
            </p:nvSpPr>
            <p:spPr>
              <a:xfrm>
                <a:off x="1761399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5" name="pl21">
                <a:extLst>
                  <a:ext uri="{FF2B5EF4-FFF2-40B4-BE49-F238E27FC236}">
                    <a16:creationId xmlns:a16="http://schemas.microsoft.com/office/drawing/2014/main" id="{B46636B4-2C72-AC2E-4EAC-0BBE9ACA783F}"/>
                  </a:ext>
                </a:extLst>
              </p:cNvPr>
              <p:cNvSpPr/>
              <p:nvPr/>
            </p:nvSpPr>
            <p:spPr>
              <a:xfrm>
                <a:off x="1800288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6" name="pl22">
                <a:extLst>
                  <a:ext uri="{FF2B5EF4-FFF2-40B4-BE49-F238E27FC236}">
                    <a16:creationId xmlns:a16="http://schemas.microsoft.com/office/drawing/2014/main" id="{6E42A78F-D91C-4F36-DF5C-6C415E8AE6BA}"/>
                  </a:ext>
                </a:extLst>
              </p:cNvPr>
              <p:cNvSpPr/>
              <p:nvPr/>
            </p:nvSpPr>
            <p:spPr>
              <a:xfrm>
                <a:off x="1839177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7" name="pl23">
                <a:extLst>
                  <a:ext uri="{FF2B5EF4-FFF2-40B4-BE49-F238E27FC236}">
                    <a16:creationId xmlns:a16="http://schemas.microsoft.com/office/drawing/2014/main" id="{30D9BF8E-2059-90BF-3455-232FDDDCEC17}"/>
                  </a:ext>
                </a:extLst>
              </p:cNvPr>
              <p:cNvSpPr/>
              <p:nvPr/>
            </p:nvSpPr>
            <p:spPr>
              <a:xfrm>
                <a:off x="1878066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8" name="pl24">
                <a:extLst>
                  <a:ext uri="{FF2B5EF4-FFF2-40B4-BE49-F238E27FC236}">
                    <a16:creationId xmlns:a16="http://schemas.microsoft.com/office/drawing/2014/main" id="{F028C724-0A1F-E57C-0A7A-40B40D938D21}"/>
                  </a:ext>
                </a:extLst>
              </p:cNvPr>
              <p:cNvSpPr/>
              <p:nvPr/>
            </p:nvSpPr>
            <p:spPr>
              <a:xfrm>
                <a:off x="1916955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9" name="pl25">
                <a:extLst>
                  <a:ext uri="{FF2B5EF4-FFF2-40B4-BE49-F238E27FC236}">
                    <a16:creationId xmlns:a16="http://schemas.microsoft.com/office/drawing/2014/main" id="{F1B707D4-98B8-2E0F-A3A0-CB40E861FE8B}"/>
                  </a:ext>
                </a:extLst>
              </p:cNvPr>
              <p:cNvSpPr/>
              <p:nvPr/>
            </p:nvSpPr>
            <p:spPr>
              <a:xfrm>
                <a:off x="1955844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0" name="pl26">
                <a:extLst>
                  <a:ext uri="{FF2B5EF4-FFF2-40B4-BE49-F238E27FC236}">
                    <a16:creationId xmlns:a16="http://schemas.microsoft.com/office/drawing/2014/main" id="{A45418E3-A188-A08E-3623-4196207A944C}"/>
                  </a:ext>
                </a:extLst>
              </p:cNvPr>
              <p:cNvSpPr/>
              <p:nvPr/>
            </p:nvSpPr>
            <p:spPr>
              <a:xfrm>
                <a:off x="1994733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1" name="pl27">
                <a:extLst>
                  <a:ext uri="{FF2B5EF4-FFF2-40B4-BE49-F238E27FC236}">
                    <a16:creationId xmlns:a16="http://schemas.microsoft.com/office/drawing/2014/main" id="{E658ABA7-DB9D-C2A3-E2D3-35E7BAF30EE2}"/>
                  </a:ext>
                </a:extLst>
              </p:cNvPr>
              <p:cNvSpPr/>
              <p:nvPr/>
            </p:nvSpPr>
            <p:spPr>
              <a:xfrm>
                <a:off x="2033622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2" name="pl28">
                <a:extLst>
                  <a:ext uri="{FF2B5EF4-FFF2-40B4-BE49-F238E27FC236}">
                    <a16:creationId xmlns:a16="http://schemas.microsoft.com/office/drawing/2014/main" id="{3CDBCE07-368E-6BCD-0181-5AC05D65F70A}"/>
                  </a:ext>
                </a:extLst>
              </p:cNvPr>
              <p:cNvSpPr/>
              <p:nvPr/>
            </p:nvSpPr>
            <p:spPr>
              <a:xfrm>
                <a:off x="2072511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3" name="pl29">
                <a:extLst>
                  <a:ext uri="{FF2B5EF4-FFF2-40B4-BE49-F238E27FC236}">
                    <a16:creationId xmlns:a16="http://schemas.microsoft.com/office/drawing/2014/main" id="{70A54DDF-62CC-7FA8-FEF1-8DF19C83C5BF}"/>
                  </a:ext>
                </a:extLst>
              </p:cNvPr>
              <p:cNvSpPr/>
              <p:nvPr/>
            </p:nvSpPr>
            <p:spPr>
              <a:xfrm>
                <a:off x="2111400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4" name="pl30">
                <a:extLst>
                  <a:ext uri="{FF2B5EF4-FFF2-40B4-BE49-F238E27FC236}">
                    <a16:creationId xmlns:a16="http://schemas.microsoft.com/office/drawing/2014/main" id="{09A26E5A-6F1B-194D-B007-1E25DC3FE086}"/>
                  </a:ext>
                </a:extLst>
              </p:cNvPr>
              <p:cNvSpPr/>
              <p:nvPr/>
            </p:nvSpPr>
            <p:spPr>
              <a:xfrm>
                <a:off x="2150288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5" name="pl31">
                <a:extLst>
                  <a:ext uri="{FF2B5EF4-FFF2-40B4-BE49-F238E27FC236}">
                    <a16:creationId xmlns:a16="http://schemas.microsoft.com/office/drawing/2014/main" id="{19C0B8E8-7CB3-E3BB-06A0-BF2CD04B0AB1}"/>
                  </a:ext>
                </a:extLst>
              </p:cNvPr>
              <p:cNvSpPr/>
              <p:nvPr/>
            </p:nvSpPr>
            <p:spPr>
              <a:xfrm>
                <a:off x="2189177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6" name="pl32">
                <a:extLst>
                  <a:ext uri="{FF2B5EF4-FFF2-40B4-BE49-F238E27FC236}">
                    <a16:creationId xmlns:a16="http://schemas.microsoft.com/office/drawing/2014/main" id="{F510DE48-5AE1-C508-7D73-3A0B89EF8BA9}"/>
                  </a:ext>
                </a:extLst>
              </p:cNvPr>
              <p:cNvSpPr/>
              <p:nvPr/>
            </p:nvSpPr>
            <p:spPr>
              <a:xfrm>
                <a:off x="2228066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7" name="pl33">
                <a:extLst>
                  <a:ext uri="{FF2B5EF4-FFF2-40B4-BE49-F238E27FC236}">
                    <a16:creationId xmlns:a16="http://schemas.microsoft.com/office/drawing/2014/main" id="{44F26C2F-1AE9-E22A-19BA-C57DA6B9B122}"/>
                  </a:ext>
                </a:extLst>
              </p:cNvPr>
              <p:cNvSpPr/>
              <p:nvPr/>
            </p:nvSpPr>
            <p:spPr>
              <a:xfrm>
                <a:off x="2266955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8" name="pl34">
                <a:extLst>
                  <a:ext uri="{FF2B5EF4-FFF2-40B4-BE49-F238E27FC236}">
                    <a16:creationId xmlns:a16="http://schemas.microsoft.com/office/drawing/2014/main" id="{B7AE0565-50D2-B2F7-06DE-AD16E1C7299D}"/>
                  </a:ext>
                </a:extLst>
              </p:cNvPr>
              <p:cNvSpPr/>
              <p:nvPr/>
            </p:nvSpPr>
            <p:spPr>
              <a:xfrm>
                <a:off x="2305844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9" name="pl35">
                <a:extLst>
                  <a:ext uri="{FF2B5EF4-FFF2-40B4-BE49-F238E27FC236}">
                    <a16:creationId xmlns:a16="http://schemas.microsoft.com/office/drawing/2014/main" id="{A43764D4-727F-5AE6-F1D8-B9F37624AB8C}"/>
                  </a:ext>
                </a:extLst>
              </p:cNvPr>
              <p:cNvSpPr/>
              <p:nvPr/>
            </p:nvSpPr>
            <p:spPr>
              <a:xfrm>
                <a:off x="2344733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0" name="pl36">
                <a:extLst>
                  <a:ext uri="{FF2B5EF4-FFF2-40B4-BE49-F238E27FC236}">
                    <a16:creationId xmlns:a16="http://schemas.microsoft.com/office/drawing/2014/main" id="{6BB34167-2399-19CC-BA57-D41E3746FD42}"/>
                  </a:ext>
                </a:extLst>
              </p:cNvPr>
              <p:cNvSpPr/>
              <p:nvPr/>
            </p:nvSpPr>
            <p:spPr>
              <a:xfrm>
                <a:off x="2383622" y="1208751"/>
                <a:ext cx="0" cy="2344464"/>
              </a:xfrm>
              <a:custGeom>
                <a:avLst/>
                <a:gdLst/>
                <a:ahLst/>
                <a:cxnLst/>
                <a:rect l="0" t="0" r="0" b="0"/>
                <a:pathLst>
                  <a:path h="2344464">
                    <a:moveTo>
                      <a:pt x="0" y="2344464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1" name="rc37">
                <a:extLst>
                  <a:ext uri="{FF2B5EF4-FFF2-40B4-BE49-F238E27FC236}">
                    <a16:creationId xmlns:a16="http://schemas.microsoft.com/office/drawing/2014/main" id="{0390D67F-BB38-5068-E44C-D24289B558E9}"/>
                  </a:ext>
                </a:extLst>
              </p:cNvPr>
              <p:cNvSpPr/>
              <p:nvPr/>
            </p:nvSpPr>
            <p:spPr>
              <a:xfrm>
                <a:off x="1320010" y="1414788"/>
                <a:ext cx="27222" cy="968084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2" name="rc38">
                <a:extLst>
                  <a:ext uri="{FF2B5EF4-FFF2-40B4-BE49-F238E27FC236}">
                    <a16:creationId xmlns:a16="http://schemas.microsoft.com/office/drawing/2014/main" id="{ACAFB9A7-9473-2F12-F204-E5BFFB9FA097}"/>
                  </a:ext>
                </a:extLst>
              </p:cNvPr>
              <p:cNvSpPr/>
              <p:nvPr/>
            </p:nvSpPr>
            <p:spPr>
              <a:xfrm>
                <a:off x="1358899" y="1477214"/>
                <a:ext cx="27222" cy="905657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3" name="rc39">
                <a:extLst>
                  <a:ext uri="{FF2B5EF4-FFF2-40B4-BE49-F238E27FC236}">
                    <a16:creationId xmlns:a16="http://schemas.microsoft.com/office/drawing/2014/main" id="{4BBDC49D-36C8-CE14-183F-47895ACD67D0}"/>
                  </a:ext>
                </a:extLst>
              </p:cNvPr>
              <p:cNvSpPr/>
              <p:nvPr/>
            </p:nvSpPr>
            <p:spPr>
              <a:xfrm>
                <a:off x="1397788" y="1547580"/>
                <a:ext cx="27222" cy="835291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4" name="rc40">
                <a:extLst>
                  <a:ext uri="{FF2B5EF4-FFF2-40B4-BE49-F238E27FC236}">
                    <a16:creationId xmlns:a16="http://schemas.microsoft.com/office/drawing/2014/main" id="{099E1F28-5602-8A3E-0F61-5FDD063D02EE}"/>
                  </a:ext>
                </a:extLst>
              </p:cNvPr>
              <p:cNvSpPr/>
              <p:nvPr/>
            </p:nvSpPr>
            <p:spPr>
              <a:xfrm>
                <a:off x="1436677" y="1733015"/>
                <a:ext cx="27222" cy="649856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5" name="rc41">
                <a:extLst>
                  <a:ext uri="{FF2B5EF4-FFF2-40B4-BE49-F238E27FC236}">
                    <a16:creationId xmlns:a16="http://schemas.microsoft.com/office/drawing/2014/main" id="{1B0FDA6B-9502-9DE8-20C5-5AADF0A5E07E}"/>
                  </a:ext>
                </a:extLst>
              </p:cNvPr>
              <p:cNvSpPr/>
              <p:nvPr/>
            </p:nvSpPr>
            <p:spPr>
              <a:xfrm>
                <a:off x="1475565" y="1737577"/>
                <a:ext cx="27222" cy="645294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6" name="rc42">
                <a:extLst>
                  <a:ext uri="{FF2B5EF4-FFF2-40B4-BE49-F238E27FC236}">
                    <a16:creationId xmlns:a16="http://schemas.microsoft.com/office/drawing/2014/main" id="{55AE2F22-719A-1427-231A-73A92BA9B7D1}"/>
                  </a:ext>
                </a:extLst>
              </p:cNvPr>
              <p:cNvSpPr/>
              <p:nvPr/>
            </p:nvSpPr>
            <p:spPr>
              <a:xfrm>
                <a:off x="1514454" y="1743383"/>
                <a:ext cx="27222" cy="639488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7" name="rc43">
                <a:extLst>
                  <a:ext uri="{FF2B5EF4-FFF2-40B4-BE49-F238E27FC236}">
                    <a16:creationId xmlns:a16="http://schemas.microsoft.com/office/drawing/2014/main" id="{8BF04C72-7293-2D89-1EFD-9AB1FDA7997C}"/>
                  </a:ext>
                </a:extLst>
              </p:cNvPr>
              <p:cNvSpPr/>
              <p:nvPr/>
            </p:nvSpPr>
            <p:spPr>
              <a:xfrm>
                <a:off x="1553343" y="1754376"/>
                <a:ext cx="27222" cy="628495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8" name="rc44">
                <a:extLst>
                  <a:ext uri="{FF2B5EF4-FFF2-40B4-BE49-F238E27FC236}">
                    <a16:creationId xmlns:a16="http://schemas.microsoft.com/office/drawing/2014/main" id="{5932DA22-2111-9FFF-B78A-EBCDBF70F26C}"/>
                  </a:ext>
                </a:extLst>
              </p:cNvPr>
              <p:cNvSpPr/>
              <p:nvPr/>
            </p:nvSpPr>
            <p:spPr>
              <a:xfrm>
                <a:off x="1592232" y="1794575"/>
                <a:ext cx="27222" cy="588296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9" name="rc45">
                <a:extLst>
                  <a:ext uri="{FF2B5EF4-FFF2-40B4-BE49-F238E27FC236}">
                    <a16:creationId xmlns:a16="http://schemas.microsoft.com/office/drawing/2014/main" id="{13B8EEA9-F5C6-BD82-24B2-08FD6B4BCBF1}"/>
                  </a:ext>
                </a:extLst>
              </p:cNvPr>
              <p:cNvSpPr/>
              <p:nvPr/>
            </p:nvSpPr>
            <p:spPr>
              <a:xfrm>
                <a:off x="1631121" y="1876032"/>
                <a:ext cx="27222" cy="506839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0" name="rc46">
                <a:extLst>
                  <a:ext uri="{FF2B5EF4-FFF2-40B4-BE49-F238E27FC236}">
                    <a16:creationId xmlns:a16="http://schemas.microsoft.com/office/drawing/2014/main" id="{B6F8E8DE-F1F4-65C8-81AA-A6BD4524B140}"/>
                  </a:ext>
                </a:extLst>
              </p:cNvPr>
              <p:cNvSpPr/>
              <p:nvPr/>
            </p:nvSpPr>
            <p:spPr>
              <a:xfrm>
                <a:off x="1670010" y="1876546"/>
                <a:ext cx="27222" cy="506325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1" name="rc47">
                <a:extLst>
                  <a:ext uri="{FF2B5EF4-FFF2-40B4-BE49-F238E27FC236}">
                    <a16:creationId xmlns:a16="http://schemas.microsoft.com/office/drawing/2014/main" id="{E2663F17-61CE-901F-8B76-F46A508385BC}"/>
                  </a:ext>
                </a:extLst>
              </p:cNvPr>
              <p:cNvSpPr/>
              <p:nvPr/>
            </p:nvSpPr>
            <p:spPr>
              <a:xfrm>
                <a:off x="1708899" y="1907310"/>
                <a:ext cx="27222" cy="475561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2" name="rc48">
                <a:extLst>
                  <a:ext uri="{FF2B5EF4-FFF2-40B4-BE49-F238E27FC236}">
                    <a16:creationId xmlns:a16="http://schemas.microsoft.com/office/drawing/2014/main" id="{6D9A56AC-2931-363C-0E24-191CD71838BC}"/>
                  </a:ext>
                </a:extLst>
              </p:cNvPr>
              <p:cNvSpPr/>
              <p:nvPr/>
            </p:nvSpPr>
            <p:spPr>
              <a:xfrm>
                <a:off x="1747788" y="1909004"/>
                <a:ext cx="27222" cy="473867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3" name="rc49">
                <a:extLst>
                  <a:ext uri="{FF2B5EF4-FFF2-40B4-BE49-F238E27FC236}">
                    <a16:creationId xmlns:a16="http://schemas.microsoft.com/office/drawing/2014/main" id="{39ACCAE1-EFAD-3DE8-FF64-73D96C111A8F}"/>
                  </a:ext>
                </a:extLst>
              </p:cNvPr>
              <p:cNvSpPr/>
              <p:nvPr/>
            </p:nvSpPr>
            <p:spPr>
              <a:xfrm>
                <a:off x="1786677" y="1919884"/>
                <a:ext cx="27222" cy="462987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4" name="rc50">
                <a:extLst>
                  <a:ext uri="{FF2B5EF4-FFF2-40B4-BE49-F238E27FC236}">
                    <a16:creationId xmlns:a16="http://schemas.microsoft.com/office/drawing/2014/main" id="{BBC16533-1F45-7965-45A9-7BEC57A61965}"/>
                  </a:ext>
                </a:extLst>
              </p:cNvPr>
              <p:cNvSpPr/>
              <p:nvPr/>
            </p:nvSpPr>
            <p:spPr>
              <a:xfrm>
                <a:off x="1825566" y="1946941"/>
                <a:ext cx="27222" cy="435930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5" name="rc51">
                <a:extLst>
                  <a:ext uri="{FF2B5EF4-FFF2-40B4-BE49-F238E27FC236}">
                    <a16:creationId xmlns:a16="http://schemas.microsoft.com/office/drawing/2014/main" id="{6A98F3BB-6413-120B-5EA8-62B274034A32}"/>
                  </a:ext>
                </a:extLst>
              </p:cNvPr>
              <p:cNvSpPr/>
              <p:nvPr/>
            </p:nvSpPr>
            <p:spPr>
              <a:xfrm>
                <a:off x="1864455" y="2011845"/>
                <a:ext cx="27222" cy="371026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6" name="rc52">
                <a:extLst>
                  <a:ext uri="{FF2B5EF4-FFF2-40B4-BE49-F238E27FC236}">
                    <a16:creationId xmlns:a16="http://schemas.microsoft.com/office/drawing/2014/main" id="{00CC05EC-921B-4908-2554-583E557CD731}"/>
                  </a:ext>
                </a:extLst>
              </p:cNvPr>
              <p:cNvSpPr/>
              <p:nvPr/>
            </p:nvSpPr>
            <p:spPr>
              <a:xfrm>
                <a:off x="1903344" y="2034130"/>
                <a:ext cx="27222" cy="348742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7" name="rc53">
                <a:extLst>
                  <a:ext uri="{FF2B5EF4-FFF2-40B4-BE49-F238E27FC236}">
                    <a16:creationId xmlns:a16="http://schemas.microsoft.com/office/drawing/2014/main" id="{8248DFFF-1183-3692-04B0-935B8DAEB817}"/>
                  </a:ext>
                </a:extLst>
              </p:cNvPr>
              <p:cNvSpPr/>
              <p:nvPr/>
            </p:nvSpPr>
            <p:spPr>
              <a:xfrm>
                <a:off x="1942233" y="2382872"/>
                <a:ext cx="27222" cy="360929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8" name="rc54">
                <a:extLst>
                  <a:ext uri="{FF2B5EF4-FFF2-40B4-BE49-F238E27FC236}">
                    <a16:creationId xmlns:a16="http://schemas.microsoft.com/office/drawing/2014/main" id="{D1353051-14F6-702B-6535-271A15AE7618}"/>
                  </a:ext>
                </a:extLst>
              </p:cNvPr>
              <p:cNvSpPr/>
              <p:nvPr/>
            </p:nvSpPr>
            <p:spPr>
              <a:xfrm>
                <a:off x="1981122" y="2382872"/>
                <a:ext cx="27222" cy="480322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9" name="rc55">
                <a:extLst>
                  <a:ext uri="{FF2B5EF4-FFF2-40B4-BE49-F238E27FC236}">
                    <a16:creationId xmlns:a16="http://schemas.microsoft.com/office/drawing/2014/main" id="{41B55E26-1461-4A75-390E-F230C4D49914}"/>
                  </a:ext>
                </a:extLst>
              </p:cNvPr>
              <p:cNvSpPr/>
              <p:nvPr/>
            </p:nvSpPr>
            <p:spPr>
              <a:xfrm>
                <a:off x="2020011" y="2382872"/>
                <a:ext cx="27222" cy="521299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0" name="rc56">
                <a:extLst>
                  <a:ext uri="{FF2B5EF4-FFF2-40B4-BE49-F238E27FC236}">
                    <a16:creationId xmlns:a16="http://schemas.microsoft.com/office/drawing/2014/main" id="{2C488784-D590-D68B-C706-58AF991AC4F1}"/>
                  </a:ext>
                </a:extLst>
              </p:cNvPr>
              <p:cNvSpPr/>
              <p:nvPr/>
            </p:nvSpPr>
            <p:spPr>
              <a:xfrm>
                <a:off x="2058899" y="2382872"/>
                <a:ext cx="27222" cy="525842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1" name="rc57">
                <a:extLst>
                  <a:ext uri="{FF2B5EF4-FFF2-40B4-BE49-F238E27FC236}">
                    <a16:creationId xmlns:a16="http://schemas.microsoft.com/office/drawing/2014/main" id="{1239A32A-F7DD-3CCA-98CE-D6B729EBC68A}"/>
                  </a:ext>
                </a:extLst>
              </p:cNvPr>
              <p:cNvSpPr/>
              <p:nvPr/>
            </p:nvSpPr>
            <p:spPr>
              <a:xfrm>
                <a:off x="2097788" y="2382872"/>
                <a:ext cx="27222" cy="526382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2" name="rc58">
                <a:extLst>
                  <a:ext uri="{FF2B5EF4-FFF2-40B4-BE49-F238E27FC236}">
                    <a16:creationId xmlns:a16="http://schemas.microsoft.com/office/drawing/2014/main" id="{E67FAA9B-ECEF-4CC0-7E2D-AA0E3ADF7E94}"/>
                  </a:ext>
                </a:extLst>
              </p:cNvPr>
              <p:cNvSpPr/>
              <p:nvPr/>
            </p:nvSpPr>
            <p:spPr>
              <a:xfrm>
                <a:off x="2136677" y="2382872"/>
                <a:ext cx="27222" cy="692310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3" name="rc59">
                <a:extLst>
                  <a:ext uri="{FF2B5EF4-FFF2-40B4-BE49-F238E27FC236}">
                    <a16:creationId xmlns:a16="http://schemas.microsoft.com/office/drawing/2014/main" id="{89DF5EFE-856A-B2B8-F51D-CCAFD6B46035}"/>
                  </a:ext>
                </a:extLst>
              </p:cNvPr>
              <p:cNvSpPr/>
              <p:nvPr/>
            </p:nvSpPr>
            <p:spPr>
              <a:xfrm>
                <a:off x="2175566" y="2382872"/>
                <a:ext cx="27222" cy="695228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4" name="rc60">
                <a:extLst>
                  <a:ext uri="{FF2B5EF4-FFF2-40B4-BE49-F238E27FC236}">
                    <a16:creationId xmlns:a16="http://schemas.microsoft.com/office/drawing/2014/main" id="{A8ADEA71-8FCA-0BC6-2299-7DFB6D83AA4D}"/>
                  </a:ext>
                </a:extLst>
              </p:cNvPr>
              <p:cNvSpPr/>
              <p:nvPr/>
            </p:nvSpPr>
            <p:spPr>
              <a:xfrm>
                <a:off x="2214455" y="2382872"/>
                <a:ext cx="27222" cy="728719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5" name="rc61">
                <a:extLst>
                  <a:ext uri="{FF2B5EF4-FFF2-40B4-BE49-F238E27FC236}">
                    <a16:creationId xmlns:a16="http://schemas.microsoft.com/office/drawing/2014/main" id="{9FBC35A9-7156-01DF-1CE8-E101DD6FAEA6}"/>
                  </a:ext>
                </a:extLst>
              </p:cNvPr>
              <p:cNvSpPr/>
              <p:nvPr/>
            </p:nvSpPr>
            <p:spPr>
              <a:xfrm>
                <a:off x="2253344" y="2382872"/>
                <a:ext cx="27222" cy="739211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6" name="rc62">
                <a:extLst>
                  <a:ext uri="{FF2B5EF4-FFF2-40B4-BE49-F238E27FC236}">
                    <a16:creationId xmlns:a16="http://schemas.microsoft.com/office/drawing/2014/main" id="{D25E9043-5212-7DD6-07A5-1F6078525A08}"/>
                  </a:ext>
                </a:extLst>
              </p:cNvPr>
              <p:cNvSpPr/>
              <p:nvPr/>
            </p:nvSpPr>
            <p:spPr>
              <a:xfrm>
                <a:off x="2292233" y="2382872"/>
                <a:ext cx="27222" cy="804173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7" name="rc63">
                <a:extLst>
                  <a:ext uri="{FF2B5EF4-FFF2-40B4-BE49-F238E27FC236}">
                    <a16:creationId xmlns:a16="http://schemas.microsoft.com/office/drawing/2014/main" id="{21032978-2C42-6116-CD9F-96DB33CA75A4}"/>
                  </a:ext>
                </a:extLst>
              </p:cNvPr>
              <p:cNvSpPr/>
              <p:nvPr/>
            </p:nvSpPr>
            <p:spPr>
              <a:xfrm>
                <a:off x="2331122" y="2382872"/>
                <a:ext cx="27222" cy="826887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8" name="rc64">
                <a:extLst>
                  <a:ext uri="{FF2B5EF4-FFF2-40B4-BE49-F238E27FC236}">
                    <a16:creationId xmlns:a16="http://schemas.microsoft.com/office/drawing/2014/main" id="{369F432C-D4E1-4053-9A1F-AF4780B04937}"/>
                  </a:ext>
                </a:extLst>
              </p:cNvPr>
              <p:cNvSpPr/>
              <p:nvPr/>
            </p:nvSpPr>
            <p:spPr>
              <a:xfrm>
                <a:off x="2370011" y="2382872"/>
                <a:ext cx="27222" cy="954337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9" name="pl65">
                <a:extLst>
                  <a:ext uri="{FF2B5EF4-FFF2-40B4-BE49-F238E27FC236}">
                    <a16:creationId xmlns:a16="http://schemas.microsoft.com/office/drawing/2014/main" id="{67D43725-34DC-26DF-36B1-B5017EF0E544}"/>
                  </a:ext>
                </a:extLst>
              </p:cNvPr>
              <p:cNvSpPr/>
              <p:nvPr/>
            </p:nvSpPr>
            <p:spPr>
              <a:xfrm>
                <a:off x="1329732" y="1315318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0" name="pl66">
                <a:extLst>
                  <a:ext uri="{FF2B5EF4-FFF2-40B4-BE49-F238E27FC236}">
                    <a16:creationId xmlns:a16="http://schemas.microsoft.com/office/drawing/2014/main" id="{C21775CF-3D73-2A41-2DAD-01624851425D}"/>
                  </a:ext>
                </a:extLst>
              </p:cNvPr>
              <p:cNvSpPr/>
              <p:nvPr/>
            </p:nvSpPr>
            <p:spPr>
              <a:xfrm>
                <a:off x="1333621" y="1315318"/>
                <a:ext cx="0" cy="198939"/>
              </a:xfrm>
              <a:custGeom>
                <a:avLst/>
                <a:gdLst/>
                <a:ahLst/>
                <a:cxnLst/>
                <a:rect l="0" t="0" r="0" b="0"/>
                <a:pathLst>
                  <a:path h="198939">
                    <a:moveTo>
                      <a:pt x="0" y="0"/>
                    </a:moveTo>
                    <a:lnTo>
                      <a:pt x="0" y="198939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1" name="pl67">
                <a:extLst>
                  <a:ext uri="{FF2B5EF4-FFF2-40B4-BE49-F238E27FC236}">
                    <a16:creationId xmlns:a16="http://schemas.microsoft.com/office/drawing/2014/main" id="{F10762AF-31B8-94F7-E74A-E9038237F541}"/>
                  </a:ext>
                </a:extLst>
              </p:cNvPr>
              <p:cNvSpPr/>
              <p:nvPr/>
            </p:nvSpPr>
            <p:spPr>
              <a:xfrm>
                <a:off x="1329732" y="1514258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2" name="pl68">
                <a:extLst>
                  <a:ext uri="{FF2B5EF4-FFF2-40B4-BE49-F238E27FC236}">
                    <a16:creationId xmlns:a16="http://schemas.microsoft.com/office/drawing/2014/main" id="{4DDFFE5B-1A9D-117A-4E41-5A53B26EE153}"/>
                  </a:ext>
                </a:extLst>
              </p:cNvPr>
              <p:cNvSpPr/>
              <p:nvPr/>
            </p:nvSpPr>
            <p:spPr>
              <a:xfrm>
                <a:off x="1368621" y="1394528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3" name="pl69">
                <a:extLst>
                  <a:ext uri="{FF2B5EF4-FFF2-40B4-BE49-F238E27FC236}">
                    <a16:creationId xmlns:a16="http://schemas.microsoft.com/office/drawing/2014/main" id="{4ECBF4B8-E660-752E-692C-B72235FA52E5}"/>
                  </a:ext>
                </a:extLst>
              </p:cNvPr>
              <p:cNvSpPr/>
              <p:nvPr/>
            </p:nvSpPr>
            <p:spPr>
              <a:xfrm>
                <a:off x="1372510" y="1394528"/>
                <a:ext cx="0" cy="165371"/>
              </a:xfrm>
              <a:custGeom>
                <a:avLst/>
                <a:gdLst/>
                <a:ahLst/>
                <a:cxnLst/>
                <a:rect l="0" t="0" r="0" b="0"/>
                <a:pathLst>
                  <a:path h="165371">
                    <a:moveTo>
                      <a:pt x="0" y="0"/>
                    </a:moveTo>
                    <a:lnTo>
                      <a:pt x="0" y="165371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4" name="pl70">
                <a:extLst>
                  <a:ext uri="{FF2B5EF4-FFF2-40B4-BE49-F238E27FC236}">
                    <a16:creationId xmlns:a16="http://schemas.microsoft.com/office/drawing/2014/main" id="{24C476AB-3040-860D-3958-B2697E89685F}"/>
                  </a:ext>
                </a:extLst>
              </p:cNvPr>
              <p:cNvSpPr/>
              <p:nvPr/>
            </p:nvSpPr>
            <p:spPr>
              <a:xfrm>
                <a:off x="1368621" y="1559900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5" name="pl71">
                <a:extLst>
                  <a:ext uri="{FF2B5EF4-FFF2-40B4-BE49-F238E27FC236}">
                    <a16:creationId xmlns:a16="http://schemas.microsoft.com/office/drawing/2014/main" id="{AF34A212-43C8-F334-75CE-B65BC0A5C915}"/>
                  </a:ext>
                </a:extLst>
              </p:cNvPr>
              <p:cNvSpPr/>
              <p:nvPr/>
            </p:nvSpPr>
            <p:spPr>
              <a:xfrm>
                <a:off x="1407510" y="146897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6" name="pl72">
                <a:extLst>
                  <a:ext uri="{FF2B5EF4-FFF2-40B4-BE49-F238E27FC236}">
                    <a16:creationId xmlns:a16="http://schemas.microsoft.com/office/drawing/2014/main" id="{721AD9FD-6A8E-BF0F-7460-7FCA636B48BC}"/>
                  </a:ext>
                </a:extLst>
              </p:cNvPr>
              <p:cNvSpPr/>
              <p:nvPr/>
            </p:nvSpPr>
            <p:spPr>
              <a:xfrm>
                <a:off x="1411399" y="1468979"/>
                <a:ext cx="0" cy="157202"/>
              </a:xfrm>
              <a:custGeom>
                <a:avLst/>
                <a:gdLst/>
                <a:ahLst/>
                <a:cxnLst/>
                <a:rect l="0" t="0" r="0" b="0"/>
                <a:pathLst>
                  <a:path h="157202">
                    <a:moveTo>
                      <a:pt x="0" y="0"/>
                    </a:moveTo>
                    <a:lnTo>
                      <a:pt x="0" y="157202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7" name="pl73">
                <a:extLst>
                  <a:ext uri="{FF2B5EF4-FFF2-40B4-BE49-F238E27FC236}">
                    <a16:creationId xmlns:a16="http://schemas.microsoft.com/office/drawing/2014/main" id="{0B135E3B-D97C-D614-E388-34FC2D469141}"/>
                  </a:ext>
                </a:extLst>
              </p:cNvPr>
              <p:cNvSpPr/>
              <p:nvPr/>
            </p:nvSpPr>
            <p:spPr>
              <a:xfrm>
                <a:off x="1407510" y="1626182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8" name="pl74">
                <a:extLst>
                  <a:ext uri="{FF2B5EF4-FFF2-40B4-BE49-F238E27FC236}">
                    <a16:creationId xmlns:a16="http://schemas.microsoft.com/office/drawing/2014/main" id="{B1491E81-1A98-2EF9-E9FF-398040A3D06A}"/>
                  </a:ext>
                </a:extLst>
              </p:cNvPr>
              <p:cNvSpPr/>
              <p:nvPr/>
            </p:nvSpPr>
            <p:spPr>
              <a:xfrm>
                <a:off x="1446399" y="1655197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9" name="pl75">
                <a:extLst>
                  <a:ext uri="{FF2B5EF4-FFF2-40B4-BE49-F238E27FC236}">
                    <a16:creationId xmlns:a16="http://schemas.microsoft.com/office/drawing/2014/main" id="{56776FAA-AB42-C859-E40E-72CADD9424DE}"/>
                  </a:ext>
                </a:extLst>
              </p:cNvPr>
              <p:cNvSpPr/>
              <p:nvPr/>
            </p:nvSpPr>
            <p:spPr>
              <a:xfrm>
                <a:off x="1450288" y="1655197"/>
                <a:ext cx="0" cy="155636"/>
              </a:xfrm>
              <a:custGeom>
                <a:avLst/>
                <a:gdLst/>
                <a:ahLst/>
                <a:cxnLst/>
                <a:rect l="0" t="0" r="0" b="0"/>
                <a:pathLst>
                  <a:path h="155636">
                    <a:moveTo>
                      <a:pt x="0" y="0"/>
                    </a:moveTo>
                    <a:lnTo>
                      <a:pt x="0" y="155636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0" name="pl76">
                <a:extLst>
                  <a:ext uri="{FF2B5EF4-FFF2-40B4-BE49-F238E27FC236}">
                    <a16:creationId xmlns:a16="http://schemas.microsoft.com/office/drawing/2014/main" id="{8BB7751A-E3ED-250C-9B42-3C25A9D4A405}"/>
                  </a:ext>
                </a:extLst>
              </p:cNvPr>
              <p:cNvSpPr/>
              <p:nvPr/>
            </p:nvSpPr>
            <p:spPr>
              <a:xfrm>
                <a:off x="1446399" y="1810833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1" name="pl77">
                <a:extLst>
                  <a:ext uri="{FF2B5EF4-FFF2-40B4-BE49-F238E27FC236}">
                    <a16:creationId xmlns:a16="http://schemas.microsoft.com/office/drawing/2014/main" id="{10217EA0-FF33-35F0-00C4-DC273190B2EC}"/>
                  </a:ext>
                </a:extLst>
              </p:cNvPr>
              <p:cNvSpPr/>
              <p:nvPr/>
            </p:nvSpPr>
            <p:spPr>
              <a:xfrm>
                <a:off x="1485288" y="1657451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2" name="pl78">
                <a:extLst>
                  <a:ext uri="{FF2B5EF4-FFF2-40B4-BE49-F238E27FC236}">
                    <a16:creationId xmlns:a16="http://schemas.microsoft.com/office/drawing/2014/main" id="{78746D53-C465-1FC1-30D1-A20A7BECF430}"/>
                  </a:ext>
                </a:extLst>
              </p:cNvPr>
              <p:cNvSpPr/>
              <p:nvPr/>
            </p:nvSpPr>
            <p:spPr>
              <a:xfrm>
                <a:off x="1489177" y="1657451"/>
                <a:ext cx="0" cy="160250"/>
              </a:xfrm>
              <a:custGeom>
                <a:avLst/>
                <a:gdLst/>
                <a:ahLst/>
                <a:cxnLst/>
                <a:rect l="0" t="0" r="0" b="0"/>
                <a:pathLst>
                  <a:path h="160250">
                    <a:moveTo>
                      <a:pt x="0" y="0"/>
                    </a:moveTo>
                    <a:lnTo>
                      <a:pt x="0" y="16025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3" name="pl79">
                <a:extLst>
                  <a:ext uri="{FF2B5EF4-FFF2-40B4-BE49-F238E27FC236}">
                    <a16:creationId xmlns:a16="http://schemas.microsoft.com/office/drawing/2014/main" id="{ED2C6C0B-C9B8-1A51-8154-9B7571D2B7C6}"/>
                  </a:ext>
                </a:extLst>
              </p:cNvPr>
              <p:cNvSpPr/>
              <p:nvPr/>
            </p:nvSpPr>
            <p:spPr>
              <a:xfrm>
                <a:off x="1485288" y="1817702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4" name="pl80">
                <a:extLst>
                  <a:ext uri="{FF2B5EF4-FFF2-40B4-BE49-F238E27FC236}">
                    <a16:creationId xmlns:a16="http://schemas.microsoft.com/office/drawing/2014/main" id="{5C338B5E-CE2A-99E7-E10E-327D0AB4B900}"/>
                  </a:ext>
                </a:extLst>
              </p:cNvPr>
              <p:cNvSpPr/>
              <p:nvPr/>
            </p:nvSpPr>
            <p:spPr>
              <a:xfrm>
                <a:off x="1524177" y="164290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5" name="pl81">
                <a:extLst>
                  <a:ext uri="{FF2B5EF4-FFF2-40B4-BE49-F238E27FC236}">
                    <a16:creationId xmlns:a16="http://schemas.microsoft.com/office/drawing/2014/main" id="{59E482FC-1848-971C-E11A-C1082821EF34}"/>
                  </a:ext>
                </a:extLst>
              </p:cNvPr>
              <p:cNvSpPr/>
              <p:nvPr/>
            </p:nvSpPr>
            <p:spPr>
              <a:xfrm>
                <a:off x="1528066" y="1642909"/>
                <a:ext cx="0" cy="200947"/>
              </a:xfrm>
              <a:custGeom>
                <a:avLst/>
                <a:gdLst/>
                <a:ahLst/>
                <a:cxnLst/>
                <a:rect l="0" t="0" r="0" b="0"/>
                <a:pathLst>
                  <a:path h="200947">
                    <a:moveTo>
                      <a:pt x="0" y="0"/>
                    </a:moveTo>
                    <a:lnTo>
                      <a:pt x="0" y="20094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6" name="pl82">
                <a:extLst>
                  <a:ext uri="{FF2B5EF4-FFF2-40B4-BE49-F238E27FC236}">
                    <a16:creationId xmlns:a16="http://schemas.microsoft.com/office/drawing/2014/main" id="{643149AB-6F73-52B3-C850-B74022230610}"/>
                  </a:ext>
                </a:extLst>
              </p:cNvPr>
              <p:cNvSpPr/>
              <p:nvPr/>
            </p:nvSpPr>
            <p:spPr>
              <a:xfrm>
                <a:off x="1524177" y="1843857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7" name="pl83">
                <a:extLst>
                  <a:ext uri="{FF2B5EF4-FFF2-40B4-BE49-F238E27FC236}">
                    <a16:creationId xmlns:a16="http://schemas.microsoft.com/office/drawing/2014/main" id="{B7FD4342-BAC1-39A1-4A00-85838FE6D8E2}"/>
                  </a:ext>
                </a:extLst>
              </p:cNvPr>
              <p:cNvSpPr/>
              <p:nvPr/>
            </p:nvSpPr>
            <p:spPr>
              <a:xfrm>
                <a:off x="1563066" y="167367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8" name="pl84">
                <a:extLst>
                  <a:ext uri="{FF2B5EF4-FFF2-40B4-BE49-F238E27FC236}">
                    <a16:creationId xmlns:a16="http://schemas.microsoft.com/office/drawing/2014/main" id="{0C94D0B4-157B-3A1A-6D26-3F6438FDB379}"/>
                  </a:ext>
                </a:extLst>
              </p:cNvPr>
              <p:cNvSpPr/>
              <p:nvPr/>
            </p:nvSpPr>
            <p:spPr>
              <a:xfrm>
                <a:off x="1566954" y="1673679"/>
                <a:ext cx="0" cy="161394"/>
              </a:xfrm>
              <a:custGeom>
                <a:avLst/>
                <a:gdLst/>
                <a:ahLst/>
                <a:cxnLst/>
                <a:rect l="0" t="0" r="0" b="0"/>
                <a:pathLst>
                  <a:path h="161394">
                    <a:moveTo>
                      <a:pt x="0" y="0"/>
                    </a:moveTo>
                    <a:lnTo>
                      <a:pt x="0" y="161394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9" name="pl85">
                <a:extLst>
                  <a:ext uri="{FF2B5EF4-FFF2-40B4-BE49-F238E27FC236}">
                    <a16:creationId xmlns:a16="http://schemas.microsoft.com/office/drawing/2014/main" id="{654F5B17-90C2-1FCE-3828-2978A8D99CA0}"/>
                  </a:ext>
                </a:extLst>
              </p:cNvPr>
              <p:cNvSpPr/>
              <p:nvPr/>
            </p:nvSpPr>
            <p:spPr>
              <a:xfrm>
                <a:off x="1563066" y="1835073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0" name="pl86">
                <a:extLst>
                  <a:ext uri="{FF2B5EF4-FFF2-40B4-BE49-F238E27FC236}">
                    <a16:creationId xmlns:a16="http://schemas.microsoft.com/office/drawing/2014/main" id="{2EF1CD74-06B8-2873-A0C8-599B7242E85E}"/>
                  </a:ext>
                </a:extLst>
              </p:cNvPr>
              <p:cNvSpPr/>
              <p:nvPr/>
            </p:nvSpPr>
            <p:spPr>
              <a:xfrm>
                <a:off x="1601955" y="1694234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1" name="pl87">
                <a:extLst>
                  <a:ext uri="{FF2B5EF4-FFF2-40B4-BE49-F238E27FC236}">
                    <a16:creationId xmlns:a16="http://schemas.microsoft.com/office/drawing/2014/main" id="{9524D382-82DD-3434-3636-73DCF5480B76}"/>
                  </a:ext>
                </a:extLst>
              </p:cNvPr>
              <p:cNvSpPr/>
              <p:nvPr/>
            </p:nvSpPr>
            <p:spPr>
              <a:xfrm>
                <a:off x="1605843" y="1694234"/>
                <a:ext cx="0" cy="200681"/>
              </a:xfrm>
              <a:custGeom>
                <a:avLst/>
                <a:gdLst/>
                <a:ahLst/>
                <a:cxnLst/>
                <a:rect l="0" t="0" r="0" b="0"/>
                <a:pathLst>
                  <a:path h="200681">
                    <a:moveTo>
                      <a:pt x="0" y="0"/>
                    </a:moveTo>
                    <a:lnTo>
                      <a:pt x="0" y="200681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2" name="pl88">
                <a:extLst>
                  <a:ext uri="{FF2B5EF4-FFF2-40B4-BE49-F238E27FC236}">
                    <a16:creationId xmlns:a16="http://schemas.microsoft.com/office/drawing/2014/main" id="{9F140E96-3645-78DF-93A0-271F3C1E3C86}"/>
                  </a:ext>
                </a:extLst>
              </p:cNvPr>
              <p:cNvSpPr/>
              <p:nvPr/>
            </p:nvSpPr>
            <p:spPr>
              <a:xfrm>
                <a:off x="1601955" y="1894916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3" name="pl89">
                <a:extLst>
                  <a:ext uri="{FF2B5EF4-FFF2-40B4-BE49-F238E27FC236}">
                    <a16:creationId xmlns:a16="http://schemas.microsoft.com/office/drawing/2014/main" id="{05690805-B63B-16D6-96D9-8B7B54F4C53F}"/>
                  </a:ext>
                </a:extLst>
              </p:cNvPr>
              <p:cNvSpPr/>
              <p:nvPr/>
            </p:nvSpPr>
            <p:spPr>
              <a:xfrm>
                <a:off x="1640843" y="1793711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4" name="pl90">
                <a:extLst>
                  <a:ext uri="{FF2B5EF4-FFF2-40B4-BE49-F238E27FC236}">
                    <a16:creationId xmlns:a16="http://schemas.microsoft.com/office/drawing/2014/main" id="{A0C6D232-981F-7AC3-77FA-2EC459CE15A6}"/>
                  </a:ext>
                </a:extLst>
              </p:cNvPr>
              <p:cNvSpPr/>
              <p:nvPr/>
            </p:nvSpPr>
            <p:spPr>
              <a:xfrm>
                <a:off x="1644732" y="1793711"/>
                <a:ext cx="0" cy="164642"/>
              </a:xfrm>
              <a:custGeom>
                <a:avLst/>
                <a:gdLst/>
                <a:ahLst/>
                <a:cxnLst/>
                <a:rect l="0" t="0" r="0" b="0"/>
                <a:pathLst>
                  <a:path h="164642">
                    <a:moveTo>
                      <a:pt x="0" y="0"/>
                    </a:moveTo>
                    <a:lnTo>
                      <a:pt x="0" y="164642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5" name="pl91">
                <a:extLst>
                  <a:ext uri="{FF2B5EF4-FFF2-40B4-BE49-F238E27FC236}">
                    <a16:creationId xmlns:a16="http://schemas.microsoft.com/office/drawing/2014/main" id="{DE0CE469-0490-72B1-4280-8CFB7D95AAA3}"/>
                  </a:ext>
                </a:extLst>
              </p:cNvPr>
              <p:cNvSpPr/>
              <p:nvPr/>
            </p:nvSpPr>
            <p:spPr>
              <a:xfrm>
                <a:off x="1640843" y="1958353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6" name="pl92">
                <a:extLst>
                  <a:ext uri="{FF2B5EF4-FFF2-40B4-BE49-F238E27FC236}">
                    <a16:creationId xmlns:a16="http://schemas.microsoft.com/office/drawing/2014/main" id="{3410190B-AEE1-D080-172E-70A03769B5B9}"/>
                  </a:ext>
                </a:extLst>
              </p:cNvPr>
              <p:cNvSpPr/>
              <p:nvPr/>
            </p:nvSpPr>
            <p:spPr>
              <a:xfrm>
                <a:off x="1679732" y="1777900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7" name="pl93">
                <a:extLst>
                  <a:ext uri="{FF2B5EF4-FFF2-40B4-BE49-F238E27FC236}">
                    <a16:creationId xmlns:a16="http://schemas.microsoft.com/office/drawing/2014/main" id="{43168A01-A0C4-6EEF-1D9D-9F83F2A987EE}"/>
                  </a:ext>
                </a:extLst>
              </p:cNvPr>
              <p:cNvSpPr/>
              <p:nvPr/>
            </p:nvSpPr>
            <p:spPr>
              <a:xfrm>
                <a:off x="1683621" y="1777900"/>
                <a:ext cx="0" cy="197291"/>
              </a:xfrm>
              <a:custGeom>
                <a:avLst/>
                <a:gdLst/>
                <a:ahLst/>
                <a:cxnLst/>
                <a:rect l="0" t="0" r="0" b="0"/>
                <a:pathLst>
                  <a:path h="197291">
                    <a:moveTo>
                      <a:pt x="0" y="0"/>
                    </a:moveTo>
                    <a:lnTo>
                      <a:pt x="0" y="197291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8" name="pl94">
                <a:extLst>
                  <a:ext uri="{FF2B5EF4-FFF2-40B4-BE49-F238E27FC236}">
                    <a16:creationId xmlns:a16="http://schemas.microsoft.com/office/drawing/2014/main" id="{C9BA8F39-FDF0-82F3-6CB5-0BFFDE73A4FB}"/>
                  </a:ext>
                </a:extLst>
              </p:cNvPr>
              <p:cNvSpPr/>
              <p:nvPr/>
            </p:nvSpPr>
            <p:spPr>
              <a:xfrm>
                <a:off x="1679732" y="1975192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9" name="pl95">
                <a:extLst>
                  <a:ext uri="{FF2B5EF4-FFF2-40B4-BE49-F238E27FC236}">
                    <a16:creationId xmlns:a16="http://schemas.microsoft.com/office/drawing/2014/main" id="{53E622B5-C98F-770E-ED22-8BC57A78E9CF}"/>
                  </a:ext>
                </a:extLst>
              </p:cNvPr>
              <p:cNvSpPr/>
              <p:nvPr/>
            </p:nvSpPr>
            <p:spPr>
              <a:xfrm>
                <a:off x="1718621" y="1834981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0" name="pl96">
                <a:extLst>
                  <a:ext uri="{FF2B5EF4-FFF2-40B4-BE49-F238E27FC236}">
                    <a16:creationId xmlns:a16="http://schemas.microsoft.com/office/drawing/2014/main" id="{4F1BECDD-EF91-59F5-05C1-1C6262C0643B}"/>
                  </a:ext>
                </a:extLst>
              </p:cNvPr>
              <p:cNvSpPr/>
              <p:nvPr/>
            </p:nvSpPr>
            <p:spPr>
              <a:xfrm>
                <a:off x="1722510" y="1834981"/>
                <a:ext cx="0" cy="144659"/>
              </a:xfrm>
              <a:custGeom>
                <a:avLst/>
                <a:gdLst/>
                <a:ahLst/>
                <a:cxnLst/>
                <a:rect l="0" t="0" r="0" b="0"/>
                <a:pathLst>
                  <a:path h="144659">
                    <a:moveTo>
                      <a:pt x="0" y="0"/>
                    </a:moveTo>
                    <a:lnTo>
                      <a:pt x="0" y="144659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1" name="pl97">
                <a:extLst>
                  <a:ext uri="{FF2B5EF4-FFF2-40B4-BE49-F238E27FC236}">
                    <a16:creationId xmlns:a16="http://schemas.microsoft.com/office/drawing/2014/main" id="{39C73207-01CA-F6C5-0847-27979BA794B4}"/>
                  </a:ext>
                </a:extLst>
              </p:cNvPr>
              <p:cNvSpPr/>
              <p:nvPr/>
            </p:nvSpPr>
            <p:spPr>
              <a:xfrm>
                <a:off x="1718621" y="1979640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2" name="pl98">
                <a:extLst>
                  <a:ext uri="{FF2B5EF4-FFF2-40B4-BE49-F238E27FC236}">
                    <a16:creationId xmlns:a16="http://schemas.microsoft.com/office/drawing/2014/main" id="{4A1C191D-BEB9-0BEA-1E34-4CA917C48C8F}"/>
                  </a:ext>
                </a:extLst>
              </p:cNvPr>
              <p:cNvSpPr/>
              <p:nvPr/>
            </p:nvSpPr>
            <p:spPr>
              <a:xfrm>
                <a:off x="1757510" y="1823335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3" name="pl99">
                <a:extLst>
                  <a:ext uri="{FF2B5EF4-FFF2-40B4-BE49-F238E27FC236}">
                    <a16:creationId xmlns:a16="http://schemas.microsoft.com/office/drawing/2014/main" id="{2CC1EBAA-8C30-8D43-72E8-A17A32E0D319}"/>
                  </a:ext>
                </a:extLst>
              </p:cNvPr>
              <p:cNvSpPr/>
              <p:nvPr/>
            </p:nvSpPr>
            <p:spPr>
              <a:xfrm>
                <a:off x="1761399" y="1823335"/>
                <a:ext cx="0" cy="171337"/>
              </a:xfrm>
              <a:custGeom>
                <a:avLst/>
                <a:gdLst/>
                <a:ahLst/>
                <a:cxnLst/>
                <a:rect l="0" t="0" r="0" b="0"/>
                <a:pathLst>
                  <a:path h="171337">
                    <a:moveTo>
                      <a:pt x="0" y="0"/>
                    </a:moveTo>
                    <a:lnTo>
                      <a:pt x="0" y="17133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4" name="pl100">
                <a:extLst>
                  <a:ext uri="{FF2B5EF4-FFF2-40B4-BE49-F238E27FC236}">
                    <a16:creationId xmlns:a16="http://schemas.microsoft.com/office/drawing/2014/main" id="{EBA64C91-0486-BD33-6552-3A97DA1B9401}"/>
                  </a:ext>
                </a:extLst>
              </p:cNvPr>
              <p:cNvSpPr/>
              <p:nvPr/>
            </p:nvSpPr>
            <p:spPr>
              <a:xfrm>
                <a:off x="1757510" y="1994673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5" name="pl101">
                <a:extLst>
                  <a:ext uri="{FF2B5EF4-FFF2-40B4-BE49-F238E27FC236}">
                    <a16:creationId xmlns:a16="http://schemas.microsoft.com/office/drawing/2014/main" id="{8F18AAD8-1947-4CC5-4320-1BD217F2DC9A}"/>
                  </a:ext>
                </a:extLst>
              </p:cNvPr>
              <p:cNvSpPr/>
              <p:nvPr/>
            </p:nvSpPr>
            <p:spPr>
              <a:xfrm>
                <a:off x="1796399" y="181994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6" name="pl102">
                <a:extLst>
                  <a:ext uri="{FF2B5EF4-FFF2-40B4-BE49-F238E27FC236}">
                    <a16:creationId xmlns:a16="http://schemas.microsoft.com/office/drawing/2014/main" id="{5DE16C84-2F17-5EEC-28B5-5D0D93012142}"/>
                  </a:ext>
                </a:extLst>
              </p:cNvPr>
              <p:cNvSpPr/>
              <p:nvPr/>
            </p:nvSpPr>
            <p:spPr>
              <a:xfrm>
                <a:off x="1800288" y="1819949"/>
                <a:ext cx="0" cy="199871"/>
              </a:xfrm>
              <a:custGeom>
                <a:avLst/>
                <a:gdLst/>
                <a:ahLst/>
                <a:cxnLst/>
                <a:rect l="0" t="0" r="0" b="0"/>
                <a:pathLst>
                  <a:path h="199871">
                    <a:moveTo>
                      <a:pt x="0" y="0"/>
                    </a:moveTo>
                    <a:lnTo>
                      <a:pt x="0" y="199871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7" name="pl103">
                <a:extLst>
                  <a:ext uri="{FF2B5EF4-FFF2-40B4-BE49-F238E27FC236}">
                    <a16:creationId xmlns:a16="http://schemas.microsoft.com/office/drawing/2014/main" id="{7EA57EDF-0170-0B2F-D9EF-30E1C89CE252}"/>
                  </a:ext>
                </a:extLst>
              </p:cNvPr>
              <p:cNvSpPr/>
              <p:nvPr/>
            </p:nvSpPr>
            <p:spPr>
              <a:xfrm>
                <a:off x="1796399" y="2019820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8" name="pl104">
                <a:extLst>
                  <a:ext uri="{FF2B5EF4-FFF2-40B4-BE49-F238E27FC236}">
                    <a16:creationId xmlns:a16="http://schemas.microsoft.com/office/drawing/2014/main" id="{089DC6EF-7788-B375-12A3-1CD895E0325C}"/>
                  </a:ext>
                </a:extLst>
              </p:cNvPr>
              <p:cNvSpPr/>
              <p:nvPr/>
            </p:nvSpPr>
            <p:spPr>
              <a:xfrm>
                <a:off x="1835288" y="1848580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9" name="pl105">
                <a:extLst>
                  <a:ext uri="{FF2B5EF4-FFF2-40B4-BE49-F238E27FC236}">
                    <a16:creationId xmlns:a16="http://schemas.microsoft.com/office/drawing/2014/main" id="{B6820E5D-6CF6-4994-397B-786A7ED49730}"/>
                  </a:ext>
                </a:extLst>
              </p:cNvPr>
              <p:cNvSpPr/>
              <p:nvPr/>
            </p:nvSpPr>
            <p:spPr>
              <a:xfrm>
                <a:off x="1839177" y="1848580"/>
                <a:ext cx="0" cy="196721"/>
              </a:xfrm>
              <a:custGeom>
                <a:avLst/>
                <a:gdLst/>
                <a:ahLst/>
                <a:cxnLst/>
                <a:rect l="0" t="0" r="0" b="0"/>
                <a:pathLst>
                  <a:path h="196721">
                    <a:moveTo>
                      <a:pt x="0" y="0"/>
                    </a:moveTo>
                    <a:lnTo>
                      <a:pt x="0" y="196721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0" name="pl106">
                <a:extLst>
                  <a:ext uri="{FF2B5EF4-FFF2-40B4-BE49-F238E27FC236}">
                    <a16:creationId xmlns:a16="http://schemas.microsoft.com/office/drawing/2014/main" id="{86E16894-8725-59B4-847D-F8C24AFF04BC}"/>
                  </a:ext>
                </a:extLst>
              </p:cNvPr>
              <p:cNvSpPr/>
              <p:nvPr/>
            </p:nvSpPr>
            <p:spPr>
              <a:xfrm>
                <a:off x="1835288" y="2045302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1" name="pl107">
                <a:extLst>
                  <a:ext uri="{FF2B5EF4-FFF2-40B4-BE49-F238E27FC236}">
                    <a16:creationId xmlns:a16="http://schemas.microsoft.com/office/drawing/2014/main" id="{CEF0B6B4-2EC7-BB08-A14E-FCA35E940A1C}"/>
                  </a:ext>
                </a:extLst>
              </p:cNvPr>
              <p:cNvSpPr/>
              <p:nvPr/>
            </p:nvSpPr>
            <p:spPr>
              <a:xfrm>
                <a:off x="1874177" y="1941708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2" name="pl108">
                <a:extLst>
                  <a:ext uri="{FF2B5EF4-FFF2-40B4-BE49-F238E27FC236}">
                    <a16:creationId xmlns:a16="http://schemas.microsoft.com/office/drawing/2014/main" id="{3B47F891-2988-C82C-0200-8FB8D6764B47}"/>
                  </a:ext>
                </a:extLst>
              </p:cNvPr>
              <p:cNvSpPr/>
              <p:nvPr/>
            </p:nvSpPr>
            <p:spPr>
              <a:xfrm>
                <a:off x="1878066" y="1941708"/>
                <a:ext cx="0" cy="140274"/>
              </a:xfrm>
              <a:custGeom>
                <a:avLst/>
                <a:gdLst/>
                <a:ahLst/>
                <a:cxnLst/>
                <a:rect l="0" t="0" r="0" b="0"/>
                <a:pathLst>
                  <a:path h="140274">
                    <a:moveTo>
                      <a:pt x="0" y="0"/>
                    </a:moveTo>
                    <a:lnTo>
                      <a:pt x="0" y="140274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3" name="pl109">
                <a:extLst>
                  <a:ext uri="{FF2B5EF4-FFF2-40B4-BE49-F238E27FC236}">
                    <a16:creationId xmlns:a16="http://schemas.microsoft.com/office/drawing/2014/main" id="{566ABD43-320D-ABC4-2266-17206B423408}"/>
                  </a:ext>
                </a:extLst>
              </p:cNvPr>
              <p:cNvSpPr/>
              <p:nvPr/>
            </p:nvSpPr>
            <p:spPr>
              <a:xfrm>
                <a:off x="1874177" y="2081982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4" name="pl110">
                <a:extLst>
                  <a:ext uri="{FF2B5EF4-FFF2-40B4-BE49-F238E27FC236}">
                    <a16:creationId xmlns:a16="http://schemas.microsoft.com/office/drawing/2014/main" id="{B586A85A-73BE-0F07-1094-D8C1C8E6861C}"/>
                  </a:ext>
                </a:extLst>
              </p:cNvPr>
              <p:cNvSpPr/>
              <p:nvPr/>
            </p:nvSpPr>
            <p:spPr>
              <a:xfrm>
                <a:off x="1913066" y="1970017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5" name="pl111">
                <a:extLst>
                  <a:ext uri="{FF2B5EF4-FFF2-40B4-BE49-F238E27FC236}">
                    <a16:creationId xmlns:a16="http://schemas.microsoft.com/office/drawing/2014/main" id="{56943614-B5E0-CF32-294A-18EE86B8BFE9}"/>
                  </a:ext>
                </a:extLst>
              </p:cNvPr>
              <p:cNvSpPr/>
              <p:nvPr/>
            </p:nvSpPr>
            <p:spPr>
              <a:xfrm>
                <a:off x="1916955" y="1970017"/>
                <a:ext cx="0" cy="128224"/>
              </a:xfrm>
              <a:custGeom>
                <a:avLst/>
                <a:gdLst/>
                <a:ahLst/>
                <a:cxnLst/>
                <a:rect l="0" t="0" r="0" b="0"/>
                <a:pathLst>
                  <a:path h="128224">
                    <a:moveTo>
                      <a:pt x="0" y="0"/>
                    </a:moveTo>
                    <a:lnTo>
                      <a:pt x="0" y="128224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6" name="pl112">
                <a:extLst>
                  <a:ext uri="{FF2B5EF4-FFF2-40B4-BE49-F238E27FC236}">
                    <a16:creationId xmlns:a16="http://schemas.microsoft.com/office/drawing/2014/main" id="{00A75CBA-E717-96FE-2E1B-4EAED7539CE0}"/>
                  </a:ext>
                </a:extLst>
              </p:cNvPr>
              <p:cNvSpPr/>
              <p:nvPr/>
            </p:nvSpPr>
            <p:spPr>
              <a:xfrm>
                <a:off x="1913066" y="2098242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7" name="pl113">
                <a:extLst>
                  <a:ext uri="{FF2B5EF4-FFF2-40B4-BE49-F238E27FC236}">
                    <a16:creationId xmlns:a16="http://schemas.microsoft.com/office/drawing/2014/main" id="{DD412259-CC6D-6D47-D002-10FFCBB1A69E}"/>
                  </a:ext>
                </a:extLst>
              </p:cNvPr>
              <p:cNvSpPr/>
              <p:nvPr/>
            </p:nvSpPr>
            <p:spPr>
              <a:xfrm>
                <a:off x="1951955" y="2656073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8" name="pl114">
                <a:extLst>
                  <a:ext uri="{FF2B5EF4-FFF2-40B4-BE49-F238E27FC236}">
                    <a16:creationId xmlns:a16="http://schemas.microsoft.com/office/drawing/2014/main" id="{57FB6016-85BB-175B-7DD6-F188DD309189}"/>
                  </a:ext>
                </a:extLst>
              </p:cNvPr>
              <p:cNvSpPr/>
              <p:nvPr/>
            </p:nvSpPr>
            <p:spPr>
              <a:xfrm>
                <a:off x="1955844" y="2656073"/>
                <a:ext cx="0" cy="175457"/>
              </a:xfrm>
              <a:custGeom>
                <a:avLst/>
                <a:gdLst/>
                <a:ahLst/>
                <a:cxnLst/>
                <a:rect l="0" t="0" r="0" b="0"/>
                <a:pathLst>
                  <a:path h="175457">
                    <a:moveTo>
                      <a:pt x="0" y="0"/>
                    </a:moveTo>
                    <a:lnTo>
                      <a:pt x="0" y="17545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9" name="pl115">
                <a:extLst>
                  <a:ext uri="{FF2B5EF4-FFF2-40B4-BE49-F238E27FC236}">
                    <a16:creationId xmlns:a16="http://schemas.microsoft.com/office/drawing/2014/main" id="{C8A6C0AB-5416-B046-71E3-9B18881E1A7B}"/>
                  </a:ext>
                </a:extLst>
              </p:cNvPr>
              <p:cNvSpPr/>
              <p:nvPr/>
            </p:nvSpPr>
            <p:spPr>
              <a:xfrm>
                <a:off x="1951955" y="2831530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0" name="pl116">
                <a:extLst>
                  <a:ext uri="{FF2B5EF4-FFF2-40B4-BE49-F238E27FC236}">
                    <a16:creationId xmlns:a16="http://schemas.microsoft.com/office/drawing/2014/main" id="{B293871A-35FF-31C7-BC60-E95F0B792882}"/>
                  </a:ext>
                </a:extLst>
              </p:cNvPr>
              <p:cNvSpPr/>
              <p:nvPr/>
            </p:nvSpPr>
            <p:spPr>
              <a:xfrm>
                <a:off x="1990844" y="2753452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1" name="pl117">
                <a:extLst>
                  <a:ext uri="{FF2B5EF4-FFF2-40B4-BE49-F238E27FC236}">
                    <a16:creationId xmlns:a16="http://schemas.microsoft.com/office/drawing/2014/main" id="{5C31A24E-D2C5-9410-E3DF-E10EF1C39A44}"/>
                  </a:ext>
                </a:extLst>
              </p:cNvPr>
              <p:cNvSpPr/>
              <p:nvPr/>
            </p:nvSpPr>
            <p:spPr>
              <a:xfrm>
                <a:off x="1994733" y="2753452"/>
                <a:ext cx="0" cy="219483"/>
              </a:xfrm>
              <a:custGeom>
                <a:avLst/>
                <a:gdLst/>
                <a:ahLst/>
                <a:cxnLst/>
                <a:rect l="0" t="0" r="0" b="0"/>
                <a:pathLst>
                  <a:path h="219483">
                    <a:moveTo>
                      <a:pt x="0" y="0"/>
                    </a:moveTo>
                    <a:lnTo>
                      <a:pt x="0" y="219483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2" name="pl118">
                <a:extLst>
                  <a:ext uri="{FF2B5EF4-FFF2-40B4-BE49-F238E27FC236}">
                    <a16:creationId xmlns:a16="http://schemas.microsoft.com/office/drawing/2014/main" id="{E405D821-B710-90FC-780C-04B3B3ADC825}"/>
                  </a:ext>
                </a:extLst>
              </p:cNvPr>
              <p:cNvSpPr/>
              <p:nvPr/>
            </p:nvSpPr>
            <p:spPr>
              <a:xfrm>
                <a:off x="1990844" y="2972936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3" name="pl119">
                <a:extLst>
                  <a:ext uri="{FF2B5EF4-FFF2-40B4-BE49-F238E27FC236}">
                    <a16:creationId xmlns:a16="http://schemas.microsoft.com/office/drawing/2014/main" id="{AD959DDF-4DBD-B516-6377-D6583B7AF5E2}"/>
                  </a:ext>
                </a:extLst>
              </p:cNvPr>
              <p:cNvSpPr/>
              <p:nvPr/>
            </p:nvSpPr>
            <p:spPr>
              <a:xfrm>
                <a:off x="2029733" y="278848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4" name="pl120">
                <a:extLst>
                  <a:ext uri="{FF2B5EF4-FFF2-40B4-BE49-F238E27FC236}">
                    <a16:creationId xmlns:a16="http://schemas.microsoft.com/office/drawing/2014/main" id="{44407BF4-8D2A-8EFF-61E7-A1B3EF7D1C14}"/>
                  </a:ext>
                </a:extLst>
              </p:cNvPr>
              <p:cNvSpPr/>
              <p:nvPr/>
            </p:nvSpPr>
            <p:spPr>
              <a:xfrm>
                <a:off x="2033622" y="2788489"/>
                <a:ext cx="0" cy="231365"/>
              </a:xfrm>
              <a:custGeom>
                <a:avLst/>
                <a:gdLst/>
                <a:ahLst/>
                <a:cxnLst/>
                <a:rect l="0" t="0" r="0" b="0"/>
                <a:pathLst>
                  <a:path h="231365">
                    <a:moveTo>
                      <a:pt x="0" y="0"/>
                    </a:moveTo>
                    <a:lnTo>
                      <a:pt x="0" y="231365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5" name="pl121">
                <a:extLst>
                  <a:ext uri="{FF2B5EF4-FFF2-40B4-BE49-F238E27FC236}">
                    <a16:creationId xmlns:a16="http://schemas.microsoft.com/office/drawing/2014/main" id="{247B1C1A-7106-AA4E-62F0-E03B7F707640}"/>
                  </a:ext>
                </a:extLst>
              </p:cNvPr>
              <p:cNvSpPr/>
              <p:nvPr/>
            </p:nvSpPr>
            <p:spPr>
              <a:xfrm>
                <a:off x="2029733" y="3019854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6" name="pl122">
                <a:extLst>
                  <a:ext uri="{FF2B5EF4-FFF2-40B4-BE49-F238E27FC236}">
                    <a16:creationId xmlns:a16="http://schemas.microsoft.com/office/drawing/2014/main" id="{777859C1-6DF0-5876-713D-9AC387684F68}"/>
                  </a:ext>
                </a:extLst>
              </p:cNvPr>
              <p:cNvSpPr/>
              <p:nvPr/>
            </p:nvSpPr>
            <p:spPr>
              <a:xfrm>
                <a:off x="2068622" y="2808660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7" name="pl123">
                <a:extLst>
                  <a:ext uri="{FF2B5EF4-FFF2-40B4-BE49-F238E27FC236}">
                    <a16:creationId xmlns:a16="http://schemas.microsoft.com/office/drawing/2014/main" id="{C7600A32-A9DF-1777-30A3-CDED6D5BDB8E}"/>
                  </a:ext>
                </a:extLst>
              </p:cNvPr>
              <p:cNvSpPr/>
              <p:nvPr/>
            </p:nvSpPr>
            <p:spPr>
              <a:xfrm>
                <a:off x="2072511" y="2808660"/>
                <a:ext cx="0" cy="200107"/>
              </a:xfrm>
              <a:custGeom>
                <a:avLst/>
                <a:gdLst/>
                <a:ahLst/>
                <a:cxnLst/>
                <a:rect l="0" t="0" r="0" b="0"/>
                <a:pathLst>
                  <a:path h="200107">
                    <a:moveTo>
                      <a:pt x="0" y="0"/>
                    </a:moveTo>
                    <a:lnTo>
                      <a:pt x="0" y="20010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8" name="pl124">
                <a:extLst>
                  <a:ext uri="{FF2B5EF4-FFF2-40B4-BE49-F238E27FC236}">
                    <a16:creationId xmlns:a16="http://schemas.microsoft.com/office/drawing/2014/main" id="{02A624C3-F28B-B8A2-5C26-756B1025DEB0}"/>
                  </a:ext>
                </a:extLst>
              </p:cNvPr>
              <p:cNvSpPr/>
              <p:nvPr/>
            </p:nvSpPr>
            <p:spPr>
              <a:xfrm>
                <a:off x="2068622" y="3008768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9" name="pl125">
                <a:extLst>
                  <a:ext uri="{FF2B5EF4-FFF2-40B4-BE49-F238E27FC236}">
                    <a16:creationId xmlns:a16="http://schemas.microsoft.com/office/drawing/2014/main" id="{E3B7AB10-4154-6A78-C6AF-772B5DB7F5DA}"/>
                  </a:ext>
                </a:extLst>
              </p:cNvPr>
              <p:cNvSpPr/>
              <p:nvPr/>
            </p:nvSpPr>
            <p:spPr>
              <a:xfrm>
                <a:off x="2107511" y="2819136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0" name="pl126">
                <a:extLst>
                  <a:ext uri="{FF2B5EF4-FFF2-40B4-BE49-F238E27FC236}">
                    <a16:creationId xmlns:a16="http://schemas.microsoft.com/office/drawing/2014/main" id="{7E966855-C4A9-8729-E96D-C3979FA12845}"/>
                  </a:ext>
                </a:extLst>
              </p:cNvPr>
              <p:cNvSpPr/>
              <p:nvPr/>
            </p:nvSpPr>
            <p:spPr>
              <a:xfrm>
                <a:off x="2111400" y="2819136"/>
                <a:ext cx="0" cy="180236"/>
              </a:xfrm>
              <a:custGeom>
                <a:avLst/>
                <a:gdLst/>
                <a:ahLst/>
                <a:cxnLst/>
                <a:rect l="0" t="0" r="0" b="0"/>
                <a:pathLst>
                  <a:path h="180236">
                    <a:moveTo>
                      <a:pt x="0" y="0"/>
                    </a:moveTo>
                    <a:lnTo>
                      <a:pt x="0" y="180236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1" name="pl127">
                <a:extLst>
                  <a:ext uri="{FF2B5EF4-FFF2-40B4-BE49-F238E27FC236}">
                    <a16:creationId xmlns:a16="http://schemas.microsoft.com/office/drawing/2014/main" id="{AEC29B46-A528-45DC-CD0C-87AD0A4AA767}"/>
                  </a:ext>
                </a:extLst>
              </p:cNvPr>
              <p:cNvSpPr/>
              <p:nvPr/>
            </p:nvSpPr>
            <p:spPr>
              <a:xfrm>
                <a:off x="2107511" y="2999373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2" name="pl128">
                <a:extLst>
                  <a:ext uri="{FF2B5EF4-FFF2-40B4-BE49-F238E27FC236}">
                    <a16:creationId xmlns:a16="http://schemas.microsoft.com/office/drawing/2014/main" id="{CB7B3BA2-7BC0-4705-FE0C-E5D0A9F111C1}"/>
                  </a:ext>
                </a:extLst>
              </p:cNvPr>
              <p:cNvSpPr/>
              <p:nvPr/>
            </p:nvSpPr>
            <p:spPr>
              <a:xfrm>
                <a:off x="2146400" y="2951707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3" name="pl129">
                <a:extLst>
                  <a:ext uri="{FF2B5EF4-FFF2-40B4-BE49-F238E27FC236}">
                    <a16:creationId xmlns:a16="http://schemas.microsoft.com/office/drawing/2014/main" id="{D228B4CC-71D8-024E-6FDD-F4C4E0CBA740}"/>
                  </a:ext>
                </a:extLst>
              </p:cNvPr>
              <p:cNvSpPr/>
              <p:nvPr/>
            </p:nvSpPr>
            <p:spPr>
              <a:xfrm>
                <a:off x="2150288" y="2951707"/>
                <a:ext cx="0" cy="246950"/>
              </a:xfrm>
              <a:custGeom>
                <a:avLst/>
                <a:gdLst/>
                <a:ahLst/>
                <a:cxnLst/>
                <a:rect l="0" t="0" r="0" b="0"/>
                <a:pathLst>
                  <a:path h="246950">
                    <a:moveTo>
                      <a:pt x="0" y="0"/>
                    </a:moveTo>
                    <a:lnTo>
                      <a:pt x="0" y="24695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4" name="pl130">
                <a:extLst>
                  <a:ext uri="{FF2B5EF4-FFF2-40B4-BE49-F238E27FC236}">
                    <a16:creationId xmlns:a16="http://schemas.microsoft.com/office/drawing/2014/main" id="{3A1CBDA7-922A-DCE4-5DD9-999C3AED93F6}"/>
                  </a:ext>
                </a:extLst>
              </p:cNvPr>
              <p:cNvSpPr/>
              <p:nvPr/>
            </p:nvSpPr>
            <p:spPr>
              <a:xfrm>
                <a:off x="2146400" y="3198658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5" name="pl131">
                <a:extLst>
                  <a:ext uri="{FF2B5EF4-FFF2-40B4-BE49-F238E27FC236}">
                    <a16:creationId xmlns:a16="http://schemas.microsoft.com/office/drawing/2014/main" id="{811FC8EB-23AE-40F3-ADF6-258E6F0EF034}"/>
                  </a:ext>
                </a:extLst>
              </p:cNvPr>
              <p:cNvSpPr/>
              <p:nvPr/>
            </p:nvSpPr>
            <p:spPr>
              <a:xfrm>
                <a:off x="2185288" y="2955431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6" name="pl132">
                <a:extLst>
                  <a:ext uri="{FF2B5EF4-FFF2-40B4-BE49-F238E27FC236}">
                    <a16:creationId xmlns:a16="http://schemas.microsoft.com/office/drawing/2014/main" id="{54951B49-DAC8-4EB2-F49F-0D9BB725A9A9}"/>
                  </a:ext>
                </a:extLst>
              </p:cNvPr>
              <p:cNvSpPr/>
              <p:nvPr/>
            </p:nvSpPr>
            <p:spPr>
              <a:xfrm>
                <a:off x="2189177" y="2955431"/>
                <a:ext cx="0" cy="245337"/>
              </a:xfrm>
              <a:custGeom>
                <a:avLst/>
                <a:gdLst/>
                <a:ahLst/>
                <a:cxnLst/>
                <a:rect l="0" t="0" r="0" b="0"/>
                <a:pathLst>
                  <a:path h="245337">
                    <a:moveTo>
                      <a:pt x="0" y="0"/>
                    </a:moveTo>
                    <a:lnTo>
                      <a:pt x="0" y="24533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7" name="pl133">
                <a:extLst>
                  <a:ext uri="{FF2B5EF4-FFF2-40B4-BE49-F238E27FC236}">
                    <a16:creationId xmlns:a16="http://schemas.microsoft.com/office/drawing/2014/main" id="{5DEC7BB4-3455-2FB2-0979-0CCD9F372CBA}"/>
                  </a:ext>
                </a:extLst>
              </p:cNvPr>
              <p:cNvSpPr/>
              <p:nvPr/>
            </p:nvSpPr>
            <p:spPr>
              <a:xfrm>
                <a:off x="2185288" y="320076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8" name="pl134">
                <a:extLst>
                  <a:ext uri="{FF2B5EF4-FFF2-40B4-BE49-F238E27FC236}">
                    <a16:creationId xmlns:a16="http://schemas.microsoft.com/office/drawing/2014/main" id="{0232D3AB-B56F-217B-850D-54D8F441BC6F}"/>
                  </a:ext>
                </a:extLst>
              </p:cNvPr>
              <p:cNvSpPr/>
              <p:nvPr/>
            </p:nvSpPr>
            <p:spPr>
              <a:xfrm>
                <a:off x="2224177" y="3008724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9" name="pl135">
                <a:extLst>
                  <a:ext uri="{FF2B5EF4-FFF2-40B4-BE49-F238E27FC236}">
                    <a16:creationId xmlns:a16="http://schemas.microsoft.com/office/drawing/2014/main" id="{F3212CAE-F248-FB21-799A-970B368B26F1}"/>
                  </a:ext>
                </a:extLst>
              </p:cNvPr>
              <p:cNvSpPr/>
              <p:nvPr/>
            </p:nvSpPr>
            <p:spPr>
              <a:xfrm>
                <a:off x="2228066" y="3008724"/>
                <a:ext cx="0" cy="205735"/>
              </a:xfrm>
              <a:custGeom>
                <a:avLst/>
                <a:gdLst/>
                <a:ahLst/>
                <a:cxnLst/>
                <a:rect l="0" t="0" r="0" b="0"/>
                <a:pathLst>
                  <a:path h="205735">
                    <a:moveTo>
                      <a:pt x="0" y="0"/>
                    </a:moveTo>
                    <a:lnTo>
                      <a:pt x="0" y="205735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0" name="pl136">
                <a:extLst>
                  <a:ext uri="{FF2B5EF4-FFF2-40B4-BE49-F238E27FC236}">
                    <a16:creationId xmlns:a16="http://schemas.microsoft.com/office/drawing/2014/main" id="{A20D6664-6ED4-E222-4E80-E674B7F76897}"/>
                  </a:ext>
                </a:extLst>
              </p:cNvPr>
              <p:cNvSpPr/>
              <p:nvPr/>
            </p:nvSpPr>
            <p:spPr>
              <a:xfrm>
                <a:off x="2224177" y="321445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1" name="pl137">
                <a:extLst>
                  <a:ext uri="{FF2B5EF4-FFF2-40B4-BE49-F238E27FC236}">
                    <a16:creationId xmlns:a16="http://schemas.microsoft.com/office/drawing/2014/main" id="{CD49E987-0053-5AAC-353B-11DB79F23416}"/>
                  </a:ext>
                </a:extLst>
              </p:cNvPr>
              <p:cNvSpPr/>
              <p:nvPr/>
            </p:nvSpPr>
            <p:spPr>
              <a:xfrm>
                <a:off x="2263066" y="3029097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2" name="pl138">
                <a:extLst>
                  <a:ext uri="{FF2B5EF4-FFF2-40B4-BE49-F238E27FC236}">
                    <a16:creationId xmlns:a16="http://schemas.microsoft.com/office/drawing/2014/main" id="{FD1E33F5-FB95-EF3E-B012-DA3B5AEA0BEA}"/>
                  </a:ext>
                </a:extLst>
              </p:cNvPr>
              <p:cNvSpPr/>
              <p:nvPr/>
            </p:nvSpPr>
            <p:spPr>
              <a:xfrm>
                <a:off x="2266955" y="3029097"/>
                <a:ext cx="0" cy="185971"/>
              </a:xfrm>
              <a:custGeom>
                <a:avLst/>
                <a:gdLst/>
                <a:ahLst/>
                <a:cxnLst/>
                <a:rect l="0" t="0" r="0" b="0"/>
                <a:pathLst>
                  <a:path h="185971">
                    <a:moveTo>
                      <a:pt x="0" y="0"/>
                    </a:moveTo>
                    <a:lnTo>
                      <a:pt x="0" y="185971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3" name="pl139">
                <a:extLst>
                  <a:ext uri="{FF2B5EF4-FFF2-40B4-BE49-F238E27FC236}">
                    <a16:creationId xmlns:a16="http://schemas.microsoft.com/office/drawing/2014/main" id="{EF1D0EE9-1756-56F1-7EA5-50D20EEEDA22}"/>
                  </a:ext>
                </a:extLst>
              </p:cNvPr>
              <p:cNvSpPr/>
              <p:nvPr/>
            </p:nvSpPr>
            <p:spPr>
              <a:xfrm>
                <a:off x="2263066" y="3215068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4" name="pl140">
                <a:extLst>
                  <a:ext uri="{FF2B5EF4-FFF2-40B4-BE49-F238E27FC236}">
                    <a16:creationId xmlns:a16="http://schemas.microsoft.com/office/drawing/2014/main" id="{6AA710FF-7023-720B-92B2-66F468DC14E8}"/>
                  </a:ext>
                </a:extLst>
              </p:cNvPr>
              <p:cNvSpPr/>
              <p:nvPr/>
            </p:nvSpPr>
            <p:spPr>
              <a:xfrm>
                <a:off x="2301955" y="3101357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5" name="pl141">
                <a:extLst>
                  <a:ext uri="{FF2B5EF4-FFF2-40B4-BE49-F238E27FC236}">
                    <a16:creationId xmlns:a16="http://schemas.microsoft.com/office/drawing/2014/main" id="{A48970BA-9E32-8052-029F-D15809F43F35}"/>
                  </a:ext>
                </a:extLst>
              </p:cNvPr>
              <p:cNvSpPr/>
              <p:nvPr/>
            </p:nvSpPr>
            <p:spPr>
              <a:xfrm>
                <a:off x="2305844" y="3101357"/>
                <a:ext cx="0" cy="171376"/>
              </a:xfrm>
              <a:custGeom>
                <a:avLst/>
                <a:gdLst/>
                <a:ahLst/>
                <a:cxnLst/>
                <a:rect l="0" t="0" r="0" b="0"/>
                <a:pathLst>
                  <a:path h="171376">
                    <a:moveTo>
                      <a:pt x="0" y="0"/>
                    </a:moveTo>
                    <a:lnTo>
                      <a:pt x="0" y="171376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6" name="pl142">
                <a:extLst>
                  <a:ext uri="{FF2B5EF4-FFF2-40B4-BE49-F238E27FC236}">
                    <a16:creationId xmlns:a16="http://schemas.microsoft.com/office/drawing/2014/main" id="{B834C33E-97BD-04BA-58B6-286645786FC2}"/>
                  </a:ext>
                </a:extLst>
              </p:cNvPr>
              <p:cNvSpPr/>
              <p:nvPr/>
            </p:nvSpPr>
            <p:spPr>
              <a:xfrm>
                <a:off x="2301955" y="3272733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7" name="pl143">
                <a:extLst>
                  <a:ext uri="{FF2B5EF4-FFF2-40B4-BE49-F238E27FC236}">
                    <a16:creationId xmlns:a16="http://schemas.microsoft.com/office/drawing/2014/main" id="{E06E2133-518E-B076-308B-FAB7DF125FF3}"/>
                  </a:ext>
                </a:extLst>
              </p:cNvPr>
              <p:cNvSpPr/>
              <p:nvPr/>
            </p:nvSpPr>
            <p:spPr>
              <a:xfrm>
                <a:off x="2340844" y="3072982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8" name="pl144">
                <a:extLst>
                  <a:ext uri="{FF2B5EF4-FFF2-40B4-BE49-F238E27FC236}">
                    <a16:creationId xmlns:a16="http://schemas.microsoft.com/office/drawing/2014/main" id="{93CF25F0-703B-B784-EC2B-C633C0696551}"/>
                  </a:ext>
                </a:extLst>
              </p:cNvPr>
              <p:cNvSpPr/>
              <p:nvPr/>
            </p:nvSpPr>
            <p:spPr>
              <a:xfrm>
                <a:off x="2344733" y="3072982"/>
                <a:ext cx="0" cy="273553"/>
              </a:xfrm>
              <a:custGeom>
                <a:avLst/>
                <a:gdLst/>
                <a:ahLst/>
                <a:cxnLst/>
                <a:rect l="0" t="0" r="0" b="0"/>
                <a:pathLst>
                  <a:path h="273553">
                    <a:moveTo>
                      <a:pt x="0" y="0"/>
                    </a:moveTo>
                    <a:lnTo>
                      <a:pt x="0" y="273553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9" name="pl145">
                <a:extLst>
                  <a:ext uri="{FF2B5EF4-FFF2-40B4-BE49-F238E27FC236}">
                    <a16:creationId xmlns:a16="http://schemas.microsoft.com/office/drawing/2014/main" id="{81A5758B-BB06-202B-DFA3-B3A9194211C6}"/>
                  </a:ext>
                </a:extLst>
              </p:cNvPr>
              <p:cNvSpPr/>
              <p:nvPr/>
            </p:nvSpPr>
            <p:spPr>
              <a:xfrm>
                <a:off x="2340844" y="3346536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0" name="pl146">
                <a:extLst>
                  <a:ext uri="{FF2B5EF4-FFF2-40B4-BE49-F238E27FC236}">
                    <a16:creationId xmlns:a16="http://schemas.microsoft.com/office/drawing/2014/main" id="{5231CB51-DDAF-4E34-962C-BE902527DAD9}"/>
                  </a:ext>
                </a:extLst>
              </p:cNvPr>
              <p:cNvSpPr/>
              <p:nvPr/>
            </p:nvSpPr>
            <p:spPr>
              <a:xfrm>
                <a:off x="2379733" y="322776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1" name="pl147">
                <a:extLst>
                  <a:ext uri="{FF2B5EF4-FFF2-40B4-BE49-F238E27FC236}">
                    <a16:creationId xmlns:a16="http://schemas.microsoft.com/office/drawing/2014/main" id="{2945448A-92CA-A4D4-1BF2-506A2A1299FD}"/>
                  </a:ext>
                </a:extLst>
              </p:cNvPr>
              <p:cNvSpPr/>
              <p:nvPr/>
            </p:nvSpPr>
            <p:spPr>
              <a:xfrm>
                <a:off x="2383622" y="3227769"/>
                <a:ext cx="0" cy="218880"/>
              </a:xfrm>
              <a:custGeom>
                <a:avLst/>
                <a:gdLst/>
                <a:ahLst/>
                <a:cxnLst/>
                <a:rect l="0" t="0" r="0" b="0"/>
                <a:pathLst>
                  <a:path h="218880">
                    <a:moveTo>
                      <a:pt x="0" y="0"/>
                    </a:moveTo>
                    <a:lnTo>
                      <a:pt x="0" y="21888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2" name="pl148">
                <a:extLst>
                  <a:ext uri="{FF2B5EF4-FFF2-40B4-BE49-F238E27FC236}">
                    <a16:creationId xmlns:a16="http://schemas.microsoft.com/office/drawing/2014/main" id="{A911EF8E-9309-CBE2-A412-3C1DFF108773}"/>
                  </a:ext>
                </a:extLst>
              </p:cNvPr>
              <p:cNvSpPr/>
              <p:nvPr/>
            </p:nvSpPr>
            <p:spPr>
              <a:xfrm>
                <a:off x="2379733" y="3446649"/>
                <a:ext cx="7777" cy="0"/>
              </a:xfrm>
              <a:custGeom>
                <a:avLst/>
                <a:gdLst/>
                <a:ahLst/>
                <a:cxnLst/>
                <a:rect l="0" t="0" r="0" b="0"/>
                <a:pathLst>
                  <a:path w="7777">
                    <a:moveTo>
                      <a:pt x="0" y="0"/>
                    </a:moveTo>
                    <a:lnTo>
                      <a:pt x="7777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3" name="rc149">
                <a:extLst>
                  <a:ext uri="{FF2B5EF4-FFF2-40B4-BE49-F238E27FC236}">
                    <a16:creationId xmlns:a16="http://schemas.microsoft.com/office/drawing/2014/main" id="{581433EC-7C88-8A67-6A37-E78BAE4E2681}"/>
                  </a:ext>
                </a:extLst>
              </p:cNvPr>
              <p:cNvSpPr/>
              <p:nvPr/>
            </p:nvSpPr>
            <p:spPr>
              <a:xfrm>
                <a:off x="1310288" y="1208751"/>
                <a:ext cx="1096667" cy="2344464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4" name="tx150">
                <a:extLst>
                  <a:ext uri="{FF2B5EF4-FFF2-40B4-BE49-F238E27FC236}">
                    <a16:creationId xmlns:a16="http://schemas.microsoft.com/office/drawing/2014/main" id="{80CF4224-C34D-6906-F3E1-80F5C622204E}"/>
                  </a:ext>
                </a:extLst>
              </p:cNvPr>
              <p:cNvSpPr/>
              <p:nvPr/>
            </p:nvSpPr>
            <p:spPr>
              <a:xfrm>
                <a:off x="1148262" y="2954006"/>
                <a:ext cx="99395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-2</a:t>
                </a:r>
              </a:p>
            </p:txBody>
          </p:sp>
          <p:sp>
            <p:nvSpPr>
              <p:cNvPr id="345" name="tx151">
                <a:extLst>
                  <a:ext uri="{FF2B5EF4-FFF2-40B4-BE49-F238E27FC236}">
                    <a16:creationId xmlns:a16="http://schemas.microsoft.com/office/drawing/2014/main" id="{38AAAEC2-06DA-3801-C32E-EBD5523B2C01}"/>
                  </a:ext>
                </a:extLst>
              </p:cNvPr>
              <p:cNvSpPr/>
              <p:nvPr/>
            </p:nvSpPr>
            <p:spPr>
              <a:xfrm>
                <a:off x="1185478" y="2342867"/>
                <a:ext cx="6217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</a:t>
                </a:r>
              </a:p>
            </p:txBody>
          </p:sp>
          <p:sp>
            <p:nvSpPr>
              <p:cNvPr id="346" name="tx152">
                <a:extLst>
                  <a:ext uri="{FF2B5EF4-FFF2-40B4-BE49-F238E27FC236}">
                    <a16:creationId xmlns:a16="http://schemas.microsoft.com/office/drawing/2014/main" id="{8F607821-EC39-AE20-6B76-5AECDE4B6B54}"/>
                  </a:ext>
                </a:extLst>
              </p:cNvPr>
              <p:cNvSpPr/>
              <p:nvPr/>
            </p:nvSpPr>
            <p:spPr>
              <a:xfrm>
                <a:off x="1185478" y="1731728"/>
                <a:ext cx="6217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2</a:t>
                </a:r>
              </a:p>
            </p:txBody>
          </p:sp>
          <p:sp>
            <p:nvSpPr>
              <p:cNvPr id="347" name="pl153">
                <a:extLst>
                  <a:ext uri="{FF2B5EF4-FFF2-40B4-BE49-F238E27FC236}">
                    <a16:creationId xmlns:a16="http://schemas.microsoft.com/office/drawing/2014/main" id="{B16559C3-27B0-6A31-C0FC-EBCC5FF675D6}"/>
                  </a:ext>
                </a:extLst>
              </p:cNvPr>
              <p:cNvSpPr/>
              <p:nvPr/>
            </p:nvSpPr>
            <p:spPr>
              <a:xfrm>
                <a:off x="1275493" y="2994011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8" name="pl154">
                <a:extLst>
                  <a:ext uri="{FF2B5EF4-FFF2-40B4-BE49-F238E27FC236}">
                    <a16:creationId xmlns:a16="http://schemas.microsoft.com/office/drawing/2014/main" id="{5BB4BBC1-A0BB-035B-458C-FA20365AADA5}"/>
                  </a:ext>
                </a:extLst>
              </p:cNvPr>
              <p:cNvSpPr/>
              <p:nvPr/>
            </p:nvSpPr>
            <p:spPr>
              <a:xfrm>
                <a:off x="1275493" y="2382872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9" name="pl155">
                <a:extLst>
                  <a:ext uri="{FF2B5EF4-FFF2-40B4-BE49-F238E27FC236}">
                    <a16:creationId xmlns:a16="http://schemas.microsoft.com/office/drawing/2014/main" id="{FF947B65-DFE1-8444-DCEE-694A40476D57}"/>
                  </a:ext>
                </a:extLst>
              </p:cNvPr>
              <p:cNvSpPr/>
              <p:nvPr/>
            </p:nvSpPr>
            <p:spPr>
              <a:xfrm>
                <a:off x="1275493" y="177173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0" name="pl156">
                <a:extLst>
                  <a:ext uri="{FF2B5EF4-FFF2-40B4-BE49-F238E27FC236}">
                    <a16:creationId xmlns:a16="http://schemas.microsoft.com/office/drawing/2014/main" id="{BA49C57D-B7F3-90E4-AB0F-67023639F729}"/>
                  </a:ext>
                </a:extLst>
              </p:cNvPr>
              <p:cNvSpPr/>
              <p:nvPr/>
            </p:nvSpPr>
            <p:spPr>
              <a:xfrm>
                <a:off x="1333621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1" name="pl157">
                <a:extLst>
                  <a:ext uri="{FF2B5EF4-FFF2-40B4-BE49-F238E27FC236}">
                    <a16:creationId xmlns:a16="http://schemas.microsoft.com/office/drawing/2014/main" id="{947547E5-3227-0F8E-1A29-3F1DD3A690BC}"/>
                  </a:ext>
                </a:extLst>
              </p:cNvPr>
              <p:cNvSpPr/>
              <p:nvPr/>
            </p:nvSpPr>
            <p:spPr>
              <a:xfrm>
                <a:off x="1372510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2" name="pl158">
                <a:extLst>
                  <a:ext uri="{FF2B5EF4-FFF2-40B4-BE49-F238E27FC236}">
                    <a16:creationId xmlns:a16="http://schemas.microsoft.com/office/drawing/2014/main" id="{E2FE5C90-C7BD-B3EC-97CA-94834DFAD0DD}"/>
                  </a:ext>
                </a:extLst>
              </p:cNvPr>
              <p:cNvSpPr/>
              <p:nvPr/>
            </p:nvSpPr>
            <p:spPr>
              <a:xfrm>
                <a:off x="1411399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3" name="pl159">
                <a:extLst>
                  <a:ext uri="{FF2B5EF4-FFF2-40B4-BE49-F238E27FC236}">
                    <a16:creationId xmlns:a16="http://schemas.microsoft.com/office/drawing/2014/main" id="{71B47A54-A634-31F3-5DEF-56C4F16F167C}"/>
                  </a:ext>
                </a:extLst>
              </p:cNvPr>
              <p:cNvSpPr/>
              <p:nvPr/>
            </p:nvSpPr>
            <p:spPr>
              <a:xfrm>
                <a:off x="1450288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4" name="pl160">
                <a:extLst>
                  <a:ext uri="{FF2B5EF4-FFF2-40B4-BE49-F238E27FC236}">
                    <a16:creationId xmlns:a16="http://schemas.microsoft.com/office/drawing/2014/main" id="{C5A9AB8B-EF27-43FE-81C9-001563DE1C98}"/>
                  </a:ext>
                </a:extLst>
              </p:cNvPr>
              <p:cNvSpPr/>
              <p:nvPr/>
            </p:nvSpPr>
            <p:spPr>
              <a:xfrm>
                <a:off x="1489177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5" name="pl161">
                <a:extLst>
                  <a:ext uri="{FF2B5EF4-FFF2-40B4-BE49-F238E27FC236}">
                    <a16:creationId xmlns:a16="http://schemas.microsoft.com/office/drawing/2014/main" id="{FDDBBEC8-18A6-EEF4-A467-68FB8E3C402E}"/>
                  </a:ext>
                </a:extLst>
              </p:cNvPr>
              <p:cNvSpPr/>
              <p:nvPr/>
            </p:nvSpPr>
            <p:spPr>
              <a:xfrm>
                <a:off x="1528066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6" name="pl162">
                <a:extLst>
                  <a:ext uri="{FF2B5EF4-FFF2-40B4-BE49-F238E27FC236}">
                    <a16:creationId xmlns:a16="http://schemas.microsoft.com/office/drawing/2014/main" id="{70284524-0798-EE60-012C-720025196B5E}"/>
                  </a:ext>
                </a:extLst>
              </p:cNvPr>
              <p:cNvSpPr/>
              <p:nvPr/>
            </p:nvSpPr>
            <p:spPr>
              <a:xfrm>
                <a:off x="1566954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7" name="pl163">
                <a:extLst>
                  <a:ext uri="{FF2B5EF4-FFF2-40B4-BE49-F238E27FC236}">
                    <a16:creationId xmlns:a16="http://schemas.microsoft.com/office/drawing/2014/main" id="{A17E4480-D2D3-FB2F-5D83-A8809C7176B8}"/>
                  </a:ext>
                </a:extLst>
              </p:cNvPr>
              <p:cNvSpPr/>
              <p:nvPr/>
            </p:nvSpPr>
            <p:spPr>
              <a:xfrm>
                <a:off x="1605843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8" name="pl164">
                <a:extLst>
                  <a:ext uri="{FF2B5EF4-FFF2-40B4-BE49-F238E27FC236}">
                    <a16:creationId xmlns:a16="http://schemas.microsoft.com/office/drawing/2014/main" id="{FA89FEA2-7DB8-3E7E-EE44-FFF897D2206B}"/>
                  </a:ext>
                </a:extLst>
              </p:cNvPr>
              <p:cNvSpPr/>
              <p:nvPr/>
            </p:nvSpPr>
            <p:spPr>
              <a:xfrm>
                <a:off x="1644732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9" name="pl165">
                <a:extLst>
                  <a:ext uri="{FF2B5EF4-FFF2-40B4-BE49-F238E27FC236}">
                    <a16:creationId xmlns:a16="http://schemas.microsoft.com/office/drawing/2014/main" id="{8E74F5A0-A258-528A-8C71-3A6FDC414690}"/>
                  </a:ext>
                </a:extLst>
              </p:cNvPr>
              <p:cNvSpPr/>
              <p:nvPr/>
            </p:nvSpPr>
            <p:spPr>
              <a:xfrm>
                <a:off x="1683621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0" name="pl166">
                <a:extLst>
                  <a:ext uri="{FF2B5EF4-FFF2-40B4-BE49-F238E27FC236}">
                    <a16:creationId xmlns:a16="http://schemas.microsoft.com/office/drawing/2014/main" id="{C387ADE5-645C-5A2D-FD99-DCF57EC64954}"/>
                  </a:ext>
                </a:extLst>
              </p:cNvPr>
              <p:cNvSpPr/>
              <p:nvPr/>
            </p:nvSpPr>
            <p:spPr>
              <a:xfrm>
                <a:off x="1722510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1" name="pl167">
                <a:extLst>
                  <a:ext uri="{FF2B5EF4-FFF2-40B4-BE49-F238E27FC236}">
                    <a16:creationId xmlns:a16="http://schemas.microsoft.com/office/drawing/2014/main" id="{536B22A6-2D1C-183C-2A93-990C7A380D9C}"/>
                  </a:ext>
                </a:extLst>
              </p:cNvPr>
              <p:cNvSpPr/>
              <p:nvPr/>
            </p:nvSpPr>
            <p:spPr>
              <a:xfrm>
                <a:off x="1761399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2" name="pl168">
                <a:extLst>
                  <a:ext uri="{FF2B5EF4-FFF2-40B4-BE49-F238E27FC236}">
                    <a16:creationId xmlns:a16="http://schemas.microsoft.com/office/drawing/2014/main" id="{0B8DCC97-6DFB-750E-D1D5-5C30227FEFA6}"/>
                  </a:ext>
                </a:extLst>
              </p:cNvPr>
              <p:cNvSpPr/>
              <p:nvPr/>
            </p:nvSpPr>
            <p:spPr>
              <a:xfrm>
                <a:off x="1800288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3" name="pl169">
                <a:extLst>
                  <a:ext uri="{FF2B5EF4-FFF2-40B4-BE49-F238E27FC236}">
                    <a16:creationId xmlns:a16="http://schemas.microsoft.com/office/drawing/2014/main" id="{A249C8DC-AF25-A8D5-5B47-A6C8AE9FFE88}"/>
                  </a:ext>
                </a:extLst>
              </p:cNvPr>
              <p:cNvSpPr/>
              <p:nvPr/>
            </p:nvSpPr>
            <p:spPr>
              <a:xfrm>
                <a:off x="1839177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4" name="pl170">
                <a:extLst>
                  <a:ext uri="{FF2B5EF4-FFF2-40B4-BE49-F238E27FC236}">
                    <a16:creationId xmlns:a16="http://schemas.microsoft.com/office/drawing/2014/main" id="{03B59976-FBA2-E60E-883D-6089E7B795BC}"/>
                  </a:ext>
                </a:extLst>
              </p:cNvPr>
              <p:cNvSpPr/>
              <p:nvPr/>
            </p:nvSpPr>
            <p:spPr>
              <a:xfrm>
                <a:off x="1878066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5" name="pl171">
                <a:extLst>
                  <a:ext uri="{FF2B5EF4-FFF2-40B4-BE49-F238E27FC236}">
                    <a16:creationId xmlns:a16="http://schemas.microsoft.com/office/drawing/2014/main" id="{715FD994-F8C9-1C4C-5FAB-7BE810172464}"/>
                  </a:ext>
                </a:extLst>
              </p:cNvPr>
              <p:cNvSpPr/>
              <p:nvPr/>
            </p:nvSpPr>
            <p:spPr>
              <a:xfrm>
                <a:off x="1916955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6" name="pl172">
                <a:extLst>
                  <a:ext uri="{FF2B5EF4-FFF2-40B4-BE49-F238E27FC236}">
                    <a16:creationId xmlns:a16="http://schemas.microsoft.com/office/drawing/2014/main" id="{419BDAFA-453C-E090-0C54-0C9E2D4799C6}"/>
                  </a:ext>
                </a:extLst>
              </p:cNvPr>
              <p:cNvSpPr/>
              <p:nvPr/>
            </p:nvSpPr>
            <p:spPr>
              <a:xfrm>
                <a:off x="1955844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7" name="pl173">
                <a:extLst>
                  <a:ext uri="{FF2B5EF4-FFF2-40B4-BE49-F238E27FC236}">
                    <a16:creationId xmlns:a16="http://schemas.microsoft.com/office/drawing/2014/main" id="{5A9EE2AC-79F7-A090-BCD7-C56A5882F344}"/>
                  </a:ext>
                </a:extLst>
              </p:cNvPr>
              <p:cNvSpPr/>
              <p:nvPr/>
            </p:nvSpPr>
            <p:spPr>
              <a:xfrm>
                <a:off x="1994733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8" name="pl174">
                <a:extLst>
                  <a:ext uri="{FF2B5EF4-FFF2-40B4-BE49-F238E27FC236}">
                    <a16:creationId xmlns:a16="http://schemas.microsoft.com/office/drawing/2014/main" id="{9C6BE95F-8D52-29B7-EBEE-9ED5FB8E51B1}"/>
                  </a:ext>
                </a:extLst>
              </p:cNvPr>
              <p:cNvSpPr/>
              <p:nvPr/>
            </p:nvSpPr>
            <p:spPr>
              <a:xfrm>
                <a:off x="2033622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9" name="pl175">
                <a:extLst>
                  <a:ext uri="{FF2B5EF4-FFF2-40B4-BE49-F238E27FC236}">
                    <a16:creationId xmlns:a16="http://schemas.microsoft.com/office/drawing/2014/main" id="{5F21A553-3E9C-63DD-CCDE-D4B8312F7FC1}"/>
                  </a:ext>
                </a:extLst>
              </p:cNvPr>
              <p:cNvSpPr/>
              <p:nvPr/>
            </p:nvSpPr>
            <p:spPr>
              <a:xfrm>
                <a:off x="2072511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0" name="pl176">
                <a:extLst>
                  <a:ext uri="{FF2B5EF4-FFF2-40B4-BE49-F238E27FC236}">
                    <a16:creationId xmlns:a16="http://schemas.microsoft.com/office/drawing/2014/main" id="{6777C7B9-4B34-6A22-B89D-5DA417C61D94}"/>
                  </a:ext>
                </a:extLst>
              </p:cNvPr>
              <p:cNvSpPr/>
              <p:nvPr/>
            </p:nvSpPr>
            <p:spPr>
              <a:xfrm>
                <a:off x="2111400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1" name="pl177">
                <a:extLst>
                  <a:ext uri="{FF2B5EF4-FFF2-40B4-BE49-F238E27FC236}">
                    <a16:creationId xmlns:a16="http://schemas.microsoft.com/office/drawing/2014/main" id="{08E55EC2-FD87-0ED2-AC32-5C45EA23B92E}"/>
                  </a:ext>
                </a:extLst>
              </p:cNvPr>
              <p:cNvSpPr/>
              <p:nvPr/>
            </p:nvSpPr>
            <p:spPr>
              <a:xfrm>
                <a:off x="2150288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2" name="pl178">
                <a:extLst>
                  <a:ext uri="{FF2B5EF4-FFF2-40B4-BE49-F238E27FC236}">
                    <a16:creationId xmlns:a16="http://schemas.microsoft.com/office/drawing/2014/main" id="{DCB95646-279A-32C1-FFDD-7B810608E11F}"/>
                  </a:ext>
                </a:extLst>
              </p:cNvPr>
              <p:cNvSpPr/>
              <p:nvPr/>
            </p:nvSpPr>
            <p:spPr>
              <a:xfrm>
                <a:off x="2189177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3" name="pl179">
                <a:extLst>
                  <a:ext uri="{FF2B5EF4-FFF2-40B4-BE49-F238E27FC236}">
                    <a16:creationId xmlns:a16="http://schemas.microsoft.com/office/drawing/2014/main" id="{698E7692-FDA3-2EDF-52A0-695DA3DCF537}"/>
                  </a:ext>
                </a:extLst>
              </p:cNvPr>
              <p:cNvSpPr/>
              <p:nvPr/>
            </p:nvSpPr>
            <p:spPr>
              <a:xfrm>
                <a:off x="2228066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4" name="pl180">
                <a:extLst>
                  <a:ext uri="{FF2B5EF4-FFF2-40B4-BE49-F238E27FC236}">
                    <a16:creationId xmlns:a16="http://schemas.microsoft.com/office/drawing/2014/main" id="{ADFD17B4-C120-AAA9-7B43-30498303BDEA}"/>
                  </a:ext>
                </a:extLst>
              </p:cNvPr>
              <p:cNvSpPr/>
              <p:nvPr/>
            </p:nvSpPr>
            <p:spPr>
              <a:xfrm>
                <a:off x="2266955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5" name="pl181">
                <a:extLst>
                  <a:ext uri="{FF2B5EF4-FFF2-40B4-BE49-F238E27FC236}">
                    <a16:creationId xmlns:a16="http://schemas.microsoft.com/office/drawing/2014/main" id="{5F8A08D2-C666-7F0A-74EE-13F089E6D2E8}"/>
                  </a:ext>
                </a:extLst>
              </p:cNvPr>
              <p:cNvSpPr/>
              <p:nvPr/>
            </p:nvSpPr>
            <p:spPr>
              <a:xfrm>
                <a:off x="2305844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6" name="pl182">
                <a:extLst>
                  <a:ext uri="{FF2B5EF4-FFF2-40B4-BE49-F238E27FC236}">
                    <a16:creationId xmlns:a16="http://schemas.microsoft.com/office/drawing/2014/main" id="{80BDC91C-8B3E-8B17-FC74-067736FBA90D}"/>
                  </a:ext>
                </a:extLst>
              </p:cNvPr>
              <p:cNvSpPr/>
              <p:nvPr/>
            </p:nvSpPr>
            <p:spPr>
              <a:xfrm>
                <a:off x="2344733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7" name="pl183">
                <a:extLst>
                  <a:ext uri="{FF2B5EF4-FFF2-40B4-BE49-F238E27FC236}">
                    <a16:creationId xmlns:a16="http://schemas.microsoft.com/office/drawing/2014/main" id="{B1547F7A-AC1E-7B57-0908-AB895A76CCD3}"/>
                  </a:ext>
                </a:extLst>
              </p:cNvPr>
              <p:cNvSpPr/>
              <p:nvPr/>
            </p:nvSpPr>
            <p:spPr>
              <a:xfrm>
                <a:off x="2383622" y="355321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8" name="tx184">
                <a:extLst>
                  <a:ext uri="{FF2B5EF4-FFF2-40B4-BE49-F238E27FC236}">
                    <a16:creationId xmlns:a16="http://schemas.microsoft.com/office/drawing/2014/main" id="{B3800678-877B-0FB6-4D06-B5B3EE99A026}"/>
                  </a:ext>
                </a:extLst>
              </p:cNvPr>
              <p:cNvSpPr/>
              <p:nvPr/>
            </p:nvSpPr>
            <p:spPr>
              <a:xfrm rot="-5400000">
                <a:off x="536664" y="2330966"/>
                <a:ext cx="994684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400" b="1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Log fold change</a:t>
                </a:r>
              </a:p>
            </p:txBody>
          </p:sp>
        </p:grpSp>
        <p:sp>
          <p:nvSpPr>
            <p:cNvPr id="195" name="rc68">
              <a:extLst>
                <a:ext uri="{FF2B5EF4-FFF2-40B4-BE49-F238E27FC236}">
                  <a16:creationId xmlns:a16="http://schemas.microsoft.com/office/drawing/2014/main" id="{85D09E44-B7A8-4C82-8135-73A02203E19D}"/>
                </a:ext>
              </a:extLst>
            </p:cNvPr>
            <p:cNvSpPr/>
            <p:nvPr/>
          </p:nvSpPr>
          <p:spPr>
            <a:xfrm>
              <a:off x="6510245" y="1406472"/>
              <a:ext cx="427524" cy="427524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70">
              <a:extLst>
                <a:ext uri="{FF2B5EF4-FFF2-40B4-BE49-F238E27FC236}">
                  <a16:creationId xmlns:a16="http://schemas.microsoft.com/office/drawing/2014/main" id="{676B8D46-06A7-A0DA-3D90-23F8581DFED2}"/>
                </a:ext>
              </a:extLst>
            </p:cNvPr>
            <p:cNvSpPr/>
            <p:nvPr/>
          </p:nvSpPr>
          <p:spPr>
            <a:xfrm>
              <a:off x="6528355" y="2213506"/>
              <a:ext cx="427524" cy="427522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tx71">
              <a:extLst>
                <a:ext uri="{FF2B5EF4-FFF2-40B4-BE49-F238E27FC236}">
                  <a16:creationId xmlns:a16="http://schemas.microsoft.com/office/drawing/2014/main" id="{80671375-16E1-9D22-EB29-F1870E287831}"/>
                </a:ext>
              </a:extLst>
            </p:cNvPr>
            <p:cNvSpPr/>
            <p:nvPr/>
          </p:nvSpPr>
          <p:spPr>
            <a:xfrm>
              <a:off x="6388542" y="1549977"/>
              <a:ext cx="3071057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More abundant </a:t>
              </a:r>
            </a:p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latrines</a:t>
              </a:r>
              <a:endParaRPr sz="2000" b="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98" name="tx72">
              <a:extLst>
                <a:ext uri="{FF2B5EF4-FFF2-40B4-BE49-F238E27FC236}">
                  <a16:creationId xmlns:a16="http://schemas.microsoft.com/office/drawing/2014/main" id="{1E3910EB-6841-1298-814F-13032DB496B8}"/>
                </a:ext>
              </a:extLst>
            </p:cNvPr>
            <p:cNvSpPr/>
            <p:nvPr/>
          </p:nvSpPr>
          <p:spPr>
            <a:xfrm>
              <a:off x="6300192" y="2492896"/>
              <a:ext cx="3242791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More abundant </a:t>
              </a:r>
            </a:p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reference </a:t>
              </a:r>
              <a:b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</a:b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sediments</a:t>
              </a:r>
              <a:endParaRPr sz="2000" b="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61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Eckhoff, Amanda Bryn - eckhofax</dc:creator>
  <cp:lastModifiedBy>Eckhoff, Amanda Bryn - eckhofax</cp:lastModifiedBy>
  <cp:revision>3</cp:revision>
  <dcterms:created xsi:type="dcterms:W3CDTF">2026-04-07T13:52:00Z</dcterms:created>
  <dcterms:modified xsi:type="dcterms:W3CDTF">2026-04-07T14:41:41Z</dcterms:modified>
</cp:coreProperties>
</file>