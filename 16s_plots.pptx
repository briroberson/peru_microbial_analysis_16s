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10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488" y="-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heme" Target="theme/theme1.xml"/>
<Relationship Id="rId3" Type="http://schemas.openxmlformats.org/officeDocument/2006/relationships/slide" Target="slides/slide2.xml"/>
<Relationship Id="rId7" Type="http://schemas.openxmlformats.org/officeDocument/2006/relationships/viewProps" Target="view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presProps" Target="presProps.xml"/>
<Relationship Id="rId5" Type="http://schemas.openxmlformats.org/officeDocument/2006/relationships/tags" Target="tags/tag1.xml"/>
<Relationship Id="rId4" Type="http://schemas.openxmlformats.org/officeDocument/2006/relationships/slide" Target="slides/slide3.xml"/>
<Relationship Id="rId9" Type="http://schemas.openxmlformats.org/officeDocument/2006/relationships/tableStyles" Target="tableStyles.xml"/>
<Relationship Id="rId10" Type="http://schemas.openxmlformats.org/officeDocument/2006/relationships/slide" Target="slides/slide4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2" Type="http://schemas.openxmlformats.org/officeDocument/2006/relationships/image" Target="../media/image1.png"/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6647688" cy="447141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98750" y="1423116"/>
              <a:ext cx="1014982" cy="1983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598750" y="3036717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598750" y="2518540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598750" y="2000364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598750" y="1482188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598750" y="3295805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598750" y="2777629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98750" y="2259452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598750" y="1741276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875564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336919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875564" y="2404542"/>
              <a:ext cx="0" cy="49226"/>
            </a:xfrm>
            <a:custGeom>
              <a:avLst/>
              <a:gdLst/>
              <a:ahLst/>
              <a:cxnLst/>
              <a:rect l="0" t="0" r="0" b="0"/>
              <a:pathLst>
                <a:path h="49226">
                  <a:moveTo>
                    <a:pt x="0" y="492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75564" y="2834628"/>
              <a:ext cx="0" cy="56999"/>
            </a:xfrm>
            <a:custGeom>
              <a:avLst/>
              <a:gdLst/>
              <a:ahLst/>
              <a:cxnLst/>
              <a:rect l="0" t="0" r="0" b="0"/>
              <a:pathLst>
                <a:path h="56999">
                  <a:moveTo>
                    <a:pt x="0" y="0"/>
                  </a:moveTo>
                  <a:lnTo>
                    <a:pt x="0" y="5699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1702555" y="2453768"/>
              <a:ext cx="346016" cy="380859"/>
            </a:xfrm>
            <a:custGeom>
              <a:avLst/>
              <a:gdLst/>
              <a:ahLst/>
              <a:cxnLst/>
              <a:rect l="0" t="0" r="0" b="0"/>
              <a:pathLst>
                <a:path w="346016" h="380859">
                  <a:moveTo>
                    <a:pt x="0" y="0"/>
                  </a:moveTo>
                  <a:lnTo>
                    <a:pt x="0" y="380859"/>
                  </a:lnTo>
                  <a:lnTo>
                    <a:pt x="346016" y="380859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702555" y="2710266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2312094" y="2524805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336919" y="1813821"/>
              <a:ext cx="0" cy="67362"/>
            </a:xfrm>
            <a:custGeom>
              <a:avLst/>
              <a:gdLst/>
              <a:ahLst/>
              <a:cxnLst/>
              <a:rect l="0" t="0" r="0" b="0"/>
              <a:pathLst>
                <a:path h="67362">
                  <a:moveTo>
                    <a:pt x="0" y="6736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336919" y="2122136"/>
              <a:ext cx="0" cy="23317"/>
            </a:xfrm>
            <a:custGeom>
              <a:avLst/>
              <a:gdLst/>
              <a:ahLst/>
              <a:cxnLst/>
              <a:rect l="0" t="0" r="0" b="0"/>
              <a:pathLst>
                <a:path h="23317">
                  <a:moveTo>
                    <a:pt x="0" y="0"/>
                  </a:moveTo>
                  <a:lnTo>
                    <a:pt x="0" y="2331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2163911" y="1881184"/>
              <a:ext cx="346016" cy="240951"/>
            </a:xfrm>
            <a:custGeom>
              <a:avLst/>
              <a:gdLst/>
              <a:ahLst/>
              <a:cxnLst/>
              <a:rect l="0" t="0" r="0" b="0"/>
              <a:pathLst>
                <a:path w="346016" h="240951">
                  <a:moveTo>
                    <a:pt x="0" y="0"/>
                  </a:moveTo>
                  <a:lnTo>
                    <a:pt x="0" y="240951"/>
                  </a:lnTo>
                  <a:lnTo>
                    <a:pt x="346016" y="240951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163911" y="1922638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830412" y="2566660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830412" y="2359390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291768" y="1841214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291768" y="1872304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830412" y="2421571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830412" y="2369753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2291768" y="1882668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291768" y="1768669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1830412" y="2784294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830412" y="2805021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2291768" y="2504479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291768" y="2069211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830412" y="2846475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830412" y="2763567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291768" y="1820487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291768" y="2100302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98750" y="1423116"/>
              <a:ext cx="1014982" cy="1983578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683322" y="1423116"/>
              <a:ext cx="1014982" cy="1983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683322" y="3036717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683322" y="2518540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683322" y="2000364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683322" y="1482188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2683322" y="3295805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683322" y="2777629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683322" y="2259452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2683322" y="1741276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960136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3421491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960136" y="1958910"/>
              <a:ext cx="0" cy="383450"/>
            </a:xfrm>
            <a:custGeom>
              <a:avLst/>
              <a:gdLst/>
              <a:ahLst/>
              <a:cxnLst/>
              <a:rect l="0" t="0" r="0" b="0"/>
              <a:pathLst>
                <a:path h="383450">
                  <a:moveTo>
                    <a:pt x="0" y="3834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960136" y="2870900"/>
              <a:ext cx="0" cy="445631"/>
            </a:xfrm>
            <a:custGeom>
              <a:avLst/>
              <a:gdLst/>
              <a:ahLst/>
              <a:cxnLst/>
              <a:rect l="0" t="0" r="0" b="0"/>
              <a:pathLst>
                <a:path h="445631">
                  <a:moveTo>
                    <a:pt x="0" y="0"/>
                  </a:moveTo>
                  <a:lnTo>
                    <a:pt x="0" y="44563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2787127" y="2342361"/>
              <a:ext cx="346016" cy="528539"/>
            </a:xfrm>
            <a:custGeom>
              <a:avLst/>
              <a:gdLst/>
              <a:ahLst/>
              <a:cxnLst/>
              <a:rect l="0" t="0" r="0" b="0"/>
              <a:pathLst>
                <a:path w="346016" h="528539">
                  <a:moveTo>
                    <a:pt x="0" y="0"/>
                  </a:moveTo>
                  <a:lnTo>
                    <a:pt x="0" y="528539"/>
                  </a:lnTo>
                  <a:lnTo>
                    <a:pt x="346016" y="528539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787127" y="2622176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3396665" y="1488453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396665" y="2649167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3421491" y="1606550"/>
              <a:ext cx="0" cy="336814"/>
            </a:xfrm>
            <a:custGeom>
              <a:avLst/>
              <a:gdLst/>
              <a:ahLst/>
              <a:cxnLst/>
              <a:rect l="0" t="0" r="0" b="0"/>
              <a:pathLst>
                <a:path h="336814">
                  <a:moveTo>
                    <a:pt x="0" y="3368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3421491" y="2223180"/>
              <a:ext cx="0" cy="233179"/>
            </a:xfrm>
            <a:custGeom>
              <a:avLst/>
              <a:gdLst/>
              <a:ahLst/>
              <a:cxnLst/>
              <a:rect l="0" t="0" r="0" b="0"/>
              <a:pathLst>
                <a:path h="233179">
                  <a:moveTo>
                    <a:pt x="0" y="0"/>
                  </a:moveTo>
                  <a:lnTo>
                    <a:pt x="0" y="23317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g61"/>
            <p:cNvSpPr/>
            <p:nvPr/>
          </p:nvSpPr>
          <p:spPr>
            <a:xfrm>
              <a:off x="3248483" y="1943365"/>
              <a:ext cx="346016" cy="279815"/>
            </a:xfrm>
            <a:custGeom>
              <a:avLst/>
              <a:gdLst/>
              <a:ahLst/>
              <a:cxnLst/>
              <a:rect l="0" t="0" r="0" b="0"/>
              <a:pathLst>
                <a:path w="346016" h="279815">
                  <a:moveTo>
                    <a:pt x="0" y="0"/>
                  </a:moveTo>
                  <a:lnTo>
                    <a:pt x="0" y="279815"/>
                  </a:lnTo>
                  <a:lnTo>
                    <a:pt x="346016" y="279815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3248483" y="2135090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2914984" y="2245391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914984" y="2162483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3376339" y="2183210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376339" y="2110665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2914984" y="2297209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914984" y="1986303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3376339" y="1665034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3376339" y="173757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2914984" y="212102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2914984" y="2069211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3376339" y="215211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3376339" y="216248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2914984" y="2203937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914984" y="2224664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3376339" y="2131392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3376339" y="1758305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2914984" y="205884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2914984" y="191375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3376339" y="205884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3376339" y="1830850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2914984" y="2908657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914984" y="3167745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3376339" y="1561399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3376339" y="2203937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2914984" y="2380117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2914984" y="2338663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3376339" y="2121029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3376339" y="1913758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2914984" y="2628841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2914984" y="2442298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3376339" y="1965576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3376339" y="2048484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2914984" y="2338663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2914984" y="2328299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3376339" y="2141756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3376339" y="1996667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2914984" y="2670296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2914984" y="2535570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3376339" y="2100302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376339" y="2400844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2914984" y="2898293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2914984" y="2763567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3376339" y="2079575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3376339" y="1747942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2914984" y="2722113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2914984" y="2577024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3376339" y="1830850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376339" y="2359390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2914984" y="2794658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914984" y="2950111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3376339" y="212102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3376339" y="1820487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2914984" y="3136654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3376339" y="1468127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3376339" y="1893031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914984" y="2701386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2914984" y="2380117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3376339" y="1986303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3376339" y="2131392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2914984" y="2825748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2914984" y="281538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3376339" y="2628841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3376339" y="2224664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2914984" y="2618478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2914984" y="2463025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3376339" y="2007030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376339" y="2411207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2914984" y="2856839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2914984" y="327138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3376339" y="218321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376339" y="2235028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2914984" y="2960474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2914984" y="3136654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3376339" y="2235028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3376339" y="1934485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2683322" y="1423116"/>
              <a:ext cx="1014982" cy="1983578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1598750" y="1208264"/>
              <a:ext cx="1014982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tx140"/>
            <p:cNvSpPr/>
            <p:nvPr/>
          </p:nvSpPr>
          <p:spPr>
            <a:xfrm>
              <a:off x="2050372" y="1275685"/>
              <a:ext cx="1117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  <a:endParaRPr sz="20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41" name="rc141"/>
            <p:cNvSpPr/>
            <p:nvPr/>
          </p:nvSpPr>
          <p:spPr>
            <a:xfrm>
              <a:off x="2683322" y="1208264"/>
              <a:ext cx="1014982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tx142"/>
            <p:cNvSpPr/>
            <p:nvPr/>
          </p:nvSpPr>
          <p:spPr>
            <a:xfrm>
              <a:off x="3094573" y="1275685"/>
              <a:ext cx="1924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  <a:endParaRPr sz="20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43" name="pl143"/>
            <p:cNvSpPr/>
            <p:nvPr/>
          </p:nvSpPr>
          <p:spPr>
            <a:xfrm>
              <a:off x="1875564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2336919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1570611" y="3469325"/>
              <a:ext cx="609904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i="0" dirty="0">
                  <a:latin typeface="Arial"/>
                  <a:cs typeface="Arial"/>
                </a:rPr>
                <a:t>reference</a:t>
              </a:r>
              <a:endParaRPr sz="1600" b="1" i="0" dirty="0">
                <a:latin typeface="Arial"/>
                <a:cs typeface="Arial"/>
              </a:endParaRPr>
            </a:p>
          </p:txBody>
        </p:sp>
        <p:sp>
          <p:nvSpPr>
            <p:cNvPr id="146" name="tx146"/>
            <p:cNvSpPr/>
            <p:nvPr/>
          </p:nvSpPr>
          <p:spPr>
            <a:xfrm>
              <a:off x="2060176" y="3469325"/>
              <a:ext cx="553486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7" name="pl147"/>
            <p:cNvSpPr/>
            <p:nvPr/>
          </p:nvSpPr>
          <p:spPr>
            <a:xfrm>
              <a:off x="2960136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421491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tx149"/>
            <p:cNvSpPr/>
            <p:nvPr/>
          </p:nvSpPr>
          <p:spPr>
            <a:xfrm>
              <a:off x="2655183" y="3469325"/>
              <a:ext cx="609904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i="0" dirty="0">
                  <a:latin typeface="Arial"/>
                  <a:cs typeface="Arial"/>
                </a:rPr>
                <a:t>reference</a:t>
              </a:r>
              <a:endParaRPr sz="1600" b="1" i="0" dirty="0">
                <a:latin typeface="Arial"/>
                <a:cs typeface="Arial"/>
              </a:endParaRPr>
            </a:p>
          </p:txBody>
        </p:sp>
        <p:sp>
          <p:nvSpPr>
            <p:cNvPr id="150" name="tx150"/>
            <p:cNvSpPr/>
            <p:nvPr/>
          </p:nvSpPr>
          <p:spPr>
            <a:xfrm>
              <a:off x="3144748" y="3469325"/>
              <a:ext cx="553486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310080" y="3223064"/>
              <a:ext cx="22603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197061" y="2704888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197061" y="2186712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197061" y="1668536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55" name="pl155"/>
            <p:cNvSpPr/>
            <p:nvPr/>
          </p:nvSpPr>
          <p:spPr>
            <a:xfrm>
              <a:off x="1563956" y="329580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1563956" y="27776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1563956" y="2259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1563956" y="17412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x159"/>
            <p:cNvSpPr/>
            <p:nvPr/>
          </p:nvSpPr>
          <p:spPr>
            <a:xfrm rot="-5400000">
              <a:off x="257376" y="2333066"/>
              <a:ext cx="1549725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ASV Richness</a:t>
              </a:r>
            </a:p>
          </p:txBody>
        </p:sp>
        <p:sp>
          <p:nvSpPr>
            <p:cNvPr id="160" name="rc160"/>
            <p:cNvSpPr/>
            <p:nvPr/>
          </p:nvSpPr>
          <p:spPr>
            <a:xfrm>
              <a:off x="3837483" y="1697142"/>
              <a:ext cx="69851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1" name="tx161"/>
            <p:cNvSpPr/>
            <p:nvPr/>
          </p:nvSpPr>
          <p:spPr>
            <a:xfrm>
              <a:off x="3907072" y="1781453"/>
              <a:ext cx="55933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  <a:r>
                <a:rPr sz="11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levation</a:t>
              </a:r>
            </a:p>
          </p:txBody>
        </p:sp>
        <p:pic>
          <p:nvPicPr>
            <p:cNvPr id="162" name="pic1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7072" y="1965799"/>
              <a:ext cx="219455" cy="1097280"/>
            </a:xfrm>
            <a:prstGeom prst="rect">
              <a:avLst/>
            </a:prstGeom>
          </p:spPr>
        </p:pic>
        <p:sp>
          <p:nvSpPr>
            <p:cNvPr id="163" name="pl163"/>
            <p:cNvSpPr/>
            <p:nvPr/>
          </p:nvSpPr>
          <p:spPr>
            <a:xfrm>
              <a:off x="4082637" y="273463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4082637" y="236764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4082637" y="200065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3907072" y="273463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3907072" y="236764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3907072" y="200065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tx169"/>
            <p:cNvSpPr/>
            <p:nvPr/>
          </p:nvSpPr>
          <p:spPr>
            <a:xfrm>
              <a:off x="4196117" y="2694627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196117" y="2327639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196117" y="1960652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649043" y="950399"/>
              <a:ext cx="199896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16S Alpha Diversity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6393904" cy="445881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609814" y="1208264"/>
              <a:ext cx="1332555" cy="195176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609814" y="3076797"/>
              <a:ext cx="1332555" cy="0"/>
            </a:xfrm>
            <a:custGeom>
              <a:avLst/>
              <a:gdLst/>
              <a:ahLst/>
              <a:cxnLst/>
              <a:rect l="0" t="0" r="0" b="0"/>
              <a:pathLst>
                <a:path w="1332555">
                  <a:moveTo>
                    <a:pt x="0" y="0"/>
                  </a:moveTo>
                  <a:lnTo>
                    <a:pt x="1332555" y="0"/>
                  </a:lnTo>
                  <a:lnTo>
                    <a:pt x="13325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609814" y="2401749"/>
              <a:ext cx="1332555" cy="0"/>
            </a:xfrm>
            <a:custGeom>
              <a:avLst/>
              <a:gdLst/>
              <a:ahLst/>
              <a:cxnLst/>
              <a:rect l="0" t="0" r="0" b="0"/>
              <a:pathLst>
                <a:path w="1332555">
                  <a:moveTo>
                    <a:pt x="0" y="0"/>
                  </a:moveTo>
                  <a:lnTo>
                    <a:pt x="1332555" y="0"/>
                  </a:lnTo>
                  <a:lnTo>
                    <a:pt x="13325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609814" y="1726701"/>
              <a:ext cx="1332555" cy="0"/>
            </a:xfrm>
            <a:custGeom>
              <a:avLst/>
              <a:gdLst/>
              <a:ahLst/>
              <a:cxnLst/>
              <a:rect l="0" t="0" r="0" b="0"/>
              <a:pathLst>
                <a:path w="1332555">
                  <a:moveTo>
                    <a:pt x="0" y="0"/>
                  </a:moveTo>
                  <a:lnTo>
                    <a:pt x="1332555" y="0"/>
                  </a:lnTo>
                  <a:lnTo>
                    <a:pt x="13325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907088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2263470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619852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609814" y="2739273"/>
              <a:ext cx="1332555" cy="0"/>
            </a:xfrm>
            <a:custGeom>
              <a:avLst/>
              <a:gdLst/>
              <a:ahLst/>
              <a:cxnLst/>
              <a:rect l="0" t="0" r="0" b="0"/>
              <a:pathLst>
                <a:path w="1332555">
                  <a:moveTo>
                    <a:pt x="0" y="0"/>
                  </a:moveTo>
                  <a:lnTo>
                    <a:pt x="1332555" y="0"/>
                  </a:lnTo>
                  <a:lnTo>
                    <a:pt x="13325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609814" y="2064225"/>
              <a:ext cx="1332555" cy="0"/>
            </a:xfrm>
            <a:custGeom>
              <a:avLst/>
              <a:gdLst/>
              <a:ahLst/>
              <a:cxnLst/>
              <a:rect l="0" t="0" r="0" b="0"/>
              <a:pathLst>
                <a:path w="1332555">
                  <a:moveTo>
                    <a:pt x="0" y="0"/>
                  </a:moveTo>
                  <a:lnTo>
                    <a:pt x="1332555" y="0"/>
                  </a:lnTo>
                  <a:lnTo>
                    <a:pt x="13325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609814" y="1389177"/>
              <a:ext cx="1332555" cy="0"/>
            </a:xfrm>
            <a:custGeom>
              <a:avLst/>
              <a:gdLst/>
              <a:ahLst/>
              <a:cxnLst/>
              <a:rect l="0" t="0" r="0" b="0"/>
              <a:pathLst>
                <a:path w="1332555">
                  <a:moveTo>
                    <a:pt x="0" y="0"/>
                  </a:moveTo>
                  <a:lnTo>
                    <a:pt x="1332555" y="0"/>
                  </a:lnTo>
                  <a:lnTo>
                    <a:pt x="13325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728897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2085279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2441661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798043" y="1208264"/>
              <a:ext cx="0" cy="1951769"/>
            </a:xfrm>
            <a:custGeom>
              <a:avLst/>
              <a:gdLst/>
              <a:ahLst/>
              <a:cxnLst/>
              <a:rect l="0" t="0" r="0" b="0"/>
              <a:pathLst>
                <a:path h="1951769">
                  <a:moveTo>
                    <a:pt x="0" y="19517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9"/>
            <p:cNvSpPr/>
            <p:nvPr/>
          </p:nvSpPr>
          <p:spPr>
            <a:xfrm>
              <a:off x="2250318" y="1299000"/>
              <a:ext cx="311205" cy="143396"/>
            </a:xfrm>
            <a:custGeom>
              <a:avLst/>
              <a:gdLst/>
              <a:ahLst/>
              <a:cxnLst/>
              <a:rect l="0" t="0" r="0" b="0"/>
              <a:pathLst>
                <a:path w="311205" h="143396">
                  <a:moveTo>
                    <a:pt x="311205" y="143396"/>
                  </a:moveTo>
                  <a:lnTo>
                    <a:pt x="0" y="33106"/>
                  </a:lnTo>
                  <a:lnTo>
                    <a:pt x="277078" y="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  <a:ln w="13550" cap="flat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1670385" y="1296980"/>
              <a:ext cx="974715" cy="1774336"/>
            </a:xfrm>
            <a:custGeom>
              <a:avLst/>
              <a:gdLst/>
              <a:ahLst/>
              <a:cxnLst/>
              <a:rect l="0" t="0" r="0" b="0"/>
              <a:pathLst>
                <a:path w="974715" h="1774336">
                  <a:moveTo>
                    <a:pt x="917326" y="728349"/>
                  </a:moveTo>
                  <a:lnTo>
                    <a:pt x="153914" y="1774336"/>
                  </a:lnTo>
                  <a:lnTo>
                    <a:pt x="91268" y="1603929"/>
                  </a:lnTo>
                  <a:lnTo>
                    <a:pt x="0" y="1252870"/>
                  </a:lnTo>
                  <a:lnTo>
                    <a:pt x="135389" y="562471"/>
                  </a:lnTo>
                  <a:lnTo>
                    <a:pt x="505976" y="94184"/>
                  </a:lnTo>
                  <a:lnTo>
                    <a:pt x="593921" y="0"/>
                  </a:lnTo>
                  <a:lnTo>
                    <a:pt x="775588" y="82714"/>
                  </a:lnTo>
                  <a:lnTo>
                    <a:pt x="852694" y="195373"/>
                  </a:lnTo>
                  <a:lnTo>
                    <a:pt x="974715" y="425683"/>
                  </a:lnTo>
                  <a:close/>
                </a:path>
              </a:pathLst>
            </a:custGeom>
            <a:solidFill>
              <a:srgbClr val="7CAE00">
                <a:alpha val="10196"/>
              </a:srgbClr>
            </a:solidFill>
            <a:ln w="13550" cap="flat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1"/>
            <p:cNvSpPr/>
            <p:nvPr/>
          </p:nvSpPr>
          <p:spPr>
            <a:xfrm>
              <a:off x="2643491" y="1751548"/>
              <a:ext cx="162547" cy="728071"/>
            </a:xfrm>
            <a:custGeom>
              <a:avLst/>
              <a:gdLst/>
              <a:ahLst/>
              <a:cxnLst/>
              <a:rect l="0" t="0" r="0" b="0"/>
              <a:pathLst>
                <a:path w="162547" h="728071">
                  <a:moveTo>
                    <a:pt x="162547" y="728071"/>
                  </a:moveTo>
                  <a:lnTo>
                    <a:pt x="9823" y="342337"/>
                  </a:lnTo>
                  <a:lnTo>
                    <a:pt x="0" y="0"/>
                  </a:lnTo>
                  <a:lnTo>
                    <a:pt x="125706" y="343635"/>
                  </a:lnTo>
                  <a:close/>
                </a:path>
              </a:pathLst>
            </a:custGeom>
            <a:solidFill>
              <a:srgbClr val="00BFC4">
                <a:alpha val="10196"/>
              </a:srgbClr>
            </a:solidFill>
            <a:ln w="13550" cap="flat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2"/>
            <p:cNvSpPr/>
            <p:nvPr/>
          </p:nvSpPr>
          <p:spPr>
            <a:xfrm>
              <a:off x="2612108" y="1813389"/>
              <a:ext cx="269691" cy="946124"/>
            </a:xfrm>
            <a:custGeom>
              <a:avLst/>
              <a:gdLst/>
              <a:ahLst/>
              <a:cxnLst/>
              <a:rect l="0" t="0" r="0" b="0"/>
              <a:pathLst>
                <a:path w="269691" h="946124">
                  <a:moveTo>
                    <a:pt x="269691" y="532930"/>
                  </a:moveTo>
                  <a:lnTo>
                    <a:pt x="259493" y="632888"/>
                  </a:lnTo>
                  <a:lnTo>
                    <a:pt x="225237" y="946124"/>
                  </a:lnTo>
                  <a:lnTo>
                    <a:pt x="3258" y="692459"/>
                  </a:lnTo>
                  <a:lnTo>
                    <a:pt x="0" y="264327"/>
                  </a:lnTo>
                  <a:lnTo>
                    <a:pt x="24347" y="19034"/>
                  </a:lnTo>
                  <a:lnTo>
                    <a:pt x="80672" y="0"/>
                  </a:lnTo>
                  <a:close/>
                </a:path>
              </a:pathLst>
            </a:custGeom>
            <a:solidFill>
              <a:srgbClr val="C77CFF">
                <a:alpha val="10196"/>
              </a:srgbClr>
            </a:solidFill>
            <a:ln w="13550" cap="flat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2599949" y="167751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647629" y="1768237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820794" y="183638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771129" y="2334686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477927" y="144720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592293" y="1813433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716502" y="2855758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728041" y="2214372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1681400" y="2247464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736153" y="2344445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1760623" y="1814300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2591304" y="1787272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625233" y="2504699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836648" y="2301168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783720" y="2286304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2632080" y="1944180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461618" y="1302090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724046" y="2050032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2542560" y="1980178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2715943" y="2257052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1734940" y="2313616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2566956" y="2032565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2346379" y="1466080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2826450" y="2401125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767147" y="206354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2772205" y="2376764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779148" y="302616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2776670" y="2409241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219154" y="1251828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2653774" y="2333428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2205166" y="1286955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2598339" y="1706396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2516372" y="1397244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760886" y="2434468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400822" y="1334543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2713152" y="2079898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2482245" y="1253848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2608163" y="2048733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131210" y="1346013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775923" y="2540545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846149" y="176722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570215" y="2460696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241514" y="1624128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2640566" y="2211235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2068085" y="222995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792194" y="2714362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1609814" y="1208264"/>
              <a:ext cx="1332555" cy="19517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1197061" y="2666532"/>
              <a:ext cx="350123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264726" y="1991484"/>
              <a:ext cx="282458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264726" y="1316436"/>
              <a:ext cx="282458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1575020" y="27392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1575020" y="206422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1575020" y="13891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1728897" y="31600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2085279" y="31600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2441661" y="31600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2798043" y="31600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1553835" y="3222664"/>
              <a:ext cx="350123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910217" y="3222664"/>
              <a:ext cx="350123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300432" y="3222664"/>
              <a:ext cx="282458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56814" y="3222664"/>
              <a:ext cx="282458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873939" y="3445733"/>
              <a:ext cx="804306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PCoA 1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630085" y="2102310"/>
              <a:ext cx="804306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PCoA 2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3081548" y="1576113"/>
              <a:ext cx="1454451" cy="12160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7" name="rc88"/>
            <p:cNvSpPr/>
            <p:nvPr/>
          </p:nvSpPr>
          <p:spPr>
            <a:xfrm>
              <a:off x="3151137" y="1844770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8" name="rc90"/>
            <p:cNvSpPr/>
            <p:nvPr/>
          </p:nvSpPr>
          <p:spPr>
            <a:xfrm>
              <a:off x="3151137" y="2064226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9" name="rc92"/>
            <p:cNvSpPr/>
            <p:nvPr/>
          </p:nvSpPr>
          <p:spPr>
            <a:xfrm>
              <a:off x="3151137" y="2283682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0" name="rc94"/>
            <p:cNvSpPr/>
            <p:nvPr/>
          </p:nvSpPr>
          <p:spPr>
            <a:xfrm>
              <a:off x="3151137" y="250313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1" name="tx96"/>
            <p:cNvSpPr/>
            <p:nvPr/>
          </p:nvSpPr>
          <p:spPr>
            <a:xfrm>
              <a:off x="1606190" y="1265318"/>
              <a:ext cx="55302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</a:t>
              </a:r>
              <a:r>
                <a:rPr lang="en-US"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88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92" name="tx97"/>
            <p:cNvSpPr/>
            <p:nvPr/>
          </p:nvSpPr>
          <p:spPr>
            <a:xfrm>
              <a:off x="1935724" y="1929841"/>
              <a:ext cx="6520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</a:t>
              </a:r>
              <a:r>
                <a:rPr lang="en-US"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88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93" name="tx98"/>
            <p:cNvSpPr/>
            <p:nvPr/>
          </p:nvSpPr>
          <p:spPr>
            <a:xfrm>
              <a:off x="2512410" y="1575428"/>
              <a:ext cx="5345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Latrine</a:t>
              </a:r>
            </a:p>
          </p:txBody>
        </p:sp>
        <p:sp>
          <p:nvSpPr>
            <p:cNvPr id="94" name="tx99"/>
            <p:cNvSpPr/>
            <p:nvPr/>
          </p:nvSpPr>
          <p:spPr>
            <a:xfrm>
              <a:off x="2265259" y="2682966"/>
              <a:ext cx="63358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Latrine</a:t>
              </a:r>
            </a:p>
          </p:txBody>
        </p:sp>
      </p:grpSp>
      <p:cxnSp>
        <p:nvCxnSpPr>
          <p:cNvPr id="95" name="Straight Connector 101">
            <a:extLst>
              <a:ext uri="{FF2B5EF4-FFF2-40B4-BE49-F238E27FC236}">
                <a16:creationId xmlns:a16="http://schemas.microsoft.com/office/drawing/2014/main" id="{864D3A5D-E484-6757-2320-3BDF43A85845}"/>
              </a:ext>
            </a:extLst>
          </p:cNvPr>
          <p:cNvCxnSpPr>
            <a:cxnSpLocks/>
            <a:endCxn id="59" idx="3"/>
          </p:cNvCxnSpPr>
          <p:nvPr/>
        </p:nvCxnSpPr>
        <p:spPr>
          <a:xfrm>
            <a:off x="2987824" y="1556792"/>
            <a:ext cx="690467" cy="346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104">
            <a:extLst>
              <a:ext uri="{FF2B5EF4-FFF2-40B4-BE49-F238E27FC236}">
                <a16:creationId xmlns:a16="http://schemas.microsoft.com/office/drawing/2014/main" id="{5C0E3308-3623-C0AD-9DD4-F4F6681DC7D1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3829648" y="3645024"/>
            <a:ext cx="166288" cy="1440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107">
            <a:extLst>
              <a:ext uri="{FF2B5EF4-FFF2-40B4-BE49-F238E27FC236}">
                <a16:creationId xmlns:a16="http://schemas.microsoft.com/office/drawing/2014/main" id="{60BE56E3-2F35-3DE8-0244-9ECB61422774}"/>
              </a:ext>
            </a:extLst>
          </p:cNvPr>
          <p:cNvCxnSpPr>
            <a:cxnSpLocks/>
          </p:cNvCxnSpPr>
          <p:nvPr/>
        </p:nvCxnSpPr>
        <p:spPr>
          <a:xfrm flipV="1">
            <a:off x="4067944" y="2132856"/>
            <a:ext cx="144016" cy="6480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7402016" cy="4530824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10288" y="1208751"/>
              <a:ext cx="1096667" cy="23444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10288" y="3041426"/>
              <a:ext cx="1096667" cy="0"/>
            </a:xfrm>
            <a:custGeom>
              <a:avLst/>
              <a:gdLst/>
              <a:ahLst/>
              <a:cxnLst/>
              <a:rect l="0" t="0" r="0" b="0"/>
              <a:pathLst>
                <a:path w="1096667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10288" y="2414667"/>
              <a:ext cx="1096667" cy="0"/>
            </a:xfrm>
            <a:custGeom>
              <a:avLst/>
              <a:gdLst/>
              <a:ahLst/>
              <a:cxnLst/>
              <a:rect l="0" t="0" r="0" b="0"/>
              <a:pathLst>
                <a:path w="1096667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10288" y="1787909"/>
              <a:ext cx="1096667" cy="0"/>
            </a:xfrm>
            <a:custGeom>
              <a:avLst/>
              <a:gdLst/>
              <a:ahLst/>
              <a:cxnLst/>
              <a:rect l="0" t="0" r="0" b="0"/>
              <a:pathLst>
                <a:path w="1096667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50905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18600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86296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53991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621687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689383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757078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824774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92469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960165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027860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095556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163251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230947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2298643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366338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327211" y="1425138"/>
              <a:ext cx="47386" cy="989529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394907" y="1511493"/>
              <a:ext cx="47386" cy="90317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62603" y="1560666"/>
              <a:ext cx="47386" cy="854001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30298" y="1764519"/>
              <a:ext cx="47386" cy="650148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597994" y="1783575"/>
              <a:ext cx="47386" cy="631092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65689" y="1797575"/>
              <a:ext cx="47386" cy="617092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733385" y="1825004"/>
              <a:ext cx="47386" cy="589663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801080" y="1941528"/>
              <a:ext cx="47386" cy="473139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868776" y="1953087"/>
              <a:ext cx="47386" cy="461580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936471" y="2055769"/>
              <a:ext cx="47386" cy="358898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2004167" y="2078003"/>
              <a:ext cx="47386" cy="33666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2071862" y="2414667"/>
              <a:ext cx="47386" cy="524265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2139558" y="2414667"/>
              <a:ext cx="47386" cy="579832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2207254" y="2414667"/>
              <a:ext cx="47386" cy="755781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2274949" y="2414667"/>
              <a:ext cx="47386" cy="858930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2342645" y="2414667"/>
              <a:ext cx="47386" cy="888820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1344135" y="131531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1350905" y="1315318"/>
              <a:ext cx="0" cy="219640"/>
            </a:xfrm>
            <a:custGeom>
              <a:avLst/>
              <a:gdLst/>
              <a:ahLst/>
              <a:cxnLst/>
              <a:rect l="0" t="0" r="0" b="0"/>
              <a:pathLst>
                <a:path h="219640">
                  <a:moveTo>
                    <a:pt x="0" y="0"/>
                  </a:moveTo>
                  <a:lnTo>
                    <a:pt x="0" y="21964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1344135" y="153495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1411831" y="1422039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1418600" y="1422039"/>
              <a:ext cx="0" cy="178907"/>
            </a:xfrm>
            <a:custGeom>
              <a:avLst/>
              <a:gdLst/>
              <a:ahLst/>
              <a:cxnLst/>
              <a:rect l="0" t="0" r="0" b="0"/>
              <a:pathLst>
                <a:path h="178907">
                  <a:moveTo>
                    <a:pt x="0" y="0"/>
                  </a:moveTo>
                  <a:lnTo>
                    <a:pt x="0" y="17890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411831" y="160094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479526" y="147527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486296" y="1475271"/>
              <a:ext cx="0" cy="170790"/>
            </a:xfrm>
            <a:custGeom>
              <a:avLst/>
              <a:gdLst/>
              <a:ahLst/>
              <a:cxnLst/>
              <a:rect l="0" t="0" r="0" b="0"/>
              <a:pathLst>
                <a:path h="170790">
                  <a:moveTo>
                    <a:pt x="0" y="0"/>
                  </a:moveTo>
                  <a:lnTo>
                    <a:pt x="0" y="1707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479526" y="164606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1547222" y="168096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1553991" y="1680968"/>
              <a:ext cx="0" cy="167101"/>
            </a:xfrm>
            <a:custGeom>
              <a:avLst/>
              <a:gdLst/>
              <a:ahLst/>
              <a:cxnLst/>
              <a:rect l="0" t="0" r="0" b="0"/>
              <a:pathLst>
                <a:path h="167101">
                  <a:moveTo>
                    <a:pt x="0" y="0"/>
                  </a:moveTo>
                  <a:lnTo>
                    <a:pt x="0" y="1671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1547222" y="1848070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1614917" y="1674527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621687" y="1674527"/>
              <a:ext cx="0" cy="218096"/>
            </a:xfrm>
            <a:custGeom>
              <a:avLst/>
              <a:gdLst/>
              <a:ahLst/>
              <a:cxnLst/>
              <a:rect l="0" t="0" r="0" b="0"/>
              <a:pathLst>
                <a:path h="218096">
                  <a:moveTo>
                    <a:pt x="0" y="0"/>
                  </a:moveTo>
                  <a:lnTo>
                    <a:pt x="0" y="2180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614917" y="189262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682613" y="1709210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689383" y="1709210"/>
              <a:ext cx="0" cy="176730"/>
            </a:xfrm>
            <a:custGeom>
              <a:avLst/>
              <a:gdLst/>
              <a:ahLst/>
              <a:cxnLst/>
              <a:rect l="0" t="0" r="0" b="0"/>
              <a:pathLst>
                <a:path h="176730">
                  <a:moveTo>
                    <a:pt x="0" y="0"/>
                  </a:moveTo>
                  <a:lnTo>
                    <a:pt x="0" y="1767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682613" y="1885940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750309" y="171904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757078" y="1719043"/>
              <a:ext cx="0" cy="211921"/>
            </a:xfrm>
            <a:custGeom>
              <a:avLst/>
              <a:gdLst/>
              <a:ahLst/>
              <a:cxnLst/>
              <a:rect l="0" t="0" r="0" b="0"/>
              <a:pathLst>
                <a:path h="211921">
                  <a:moveTo>
                    <a:pt x="0" y="0"/>
                  </a:moveTo>
                  <a:lnTo>
                    <a:pt x="0" y="2119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750309" y="193096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818004" y="184716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824774" y="1847161"/>
              <a:ext cx="0" cy="188733"/>
            </a:xfrm>
            <a:custGeom>
              <a:avLst/>
              <a:gdLst/>
              <a:ahLst/>
              <a:cxnLst/>
              <a:rect l="0" t="0" r="0" b="0"/>
              <a:pathLst>
                <a:path h="188733">
                  <a:moveTo>
                    <a:pt x="0" y="0"/>
                  </a:moveTo>
                  <a:lnTo>
                    <a:pt x="0" y="18873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818004" y="203589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885700" y="187484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892469" y="1874843"/>
              <a:ext cx="0" cy="156488"/>
            </a:xfrm>
            <a:custGeom>
              <a:avLst/>
              <a:gdLst/>
              <a:ahLst/>
              <a:cxnLst/>
              <a:rect l="0" t="0" r="0" b="0"/>
              <a:pathLst>
                <a:path h="156488">
                  <a:moveTo>
                    <a:pt x="0" y="0"/>
                  </a:moveTo>
                  <a:lnTo>
                    <a:pt x="0" y="1564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85700" y="2031332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1953395" y="198049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1960165" y="1980491"/>
              <a:ext cx="0" cy="150555"/>
            </a:xfrm>
            <a:custGeom>
              <a:avLst/>
              <a:gdLst/>
              <a:ahLst/>
              <a:cxnLst/>
              <a:rect l="0" t="0" r="0" b="0"/>
              <a:pathLst>
                <a:path h="150555">
                  <a:moveTo>
                    <a:pt x="0" y="0"/>
                  </a:moveTo>
                  <a:lnTo>
                    <a:pt x="0" y="15055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1953395" y="213104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021091" y="2006654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027860" y="2006654"/>
              <a:ext cx="0" cy="142696"/>
            </a:xfrm>
            <a:custGeom>
              <a:avLst/>
              <a:gdLst/>
              <a:ahLst/>
              <a:cxnLst/>
              <a:rect l="0" t="0" r="0" b="0"/>
              <a:pathLst>
                <a:path h="142696">
                  <a:moveTo>
                    <a:pt x="0" y="0"/>
                  </a:moveTo>
                  <a:lnTo>
                    <a:pt x="0" y="1426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021091" y="214935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2088786" y="282430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095556" y="2824301"/>
              <a:ext cx="0" cy="229264"/>
            </a:xfrm>
            <a:custGeom>
              <a:avLst/>
              <a:gdLst/>
              <a:ahLst/>
              <a:cxnLst/>
              <a:rect l="0" t="0" r="0" b="0"/>
              <a:pathLst>
                <a:path h="229264">
                  <a:moveTo>
                    <a:pt x="0" y="0"/>
                  </a:moveTo>
                  <a:lnTo>
                    <a:pt x="0" y="22926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2088786" y="305356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2156482" y="286965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2163251" y="2869651"/>
              <a:ext cx="0" cy="249696"/>
            </a:xfrm>
            <a:custGeom>
              <a:avLst/>
              <a:gdLst/>
              <a:ahLst/>
              <a:cxnLst/>
              <a:rect l="0" t="0" r="0" b="0"/>
              <a:pathLst>
                <a:path h="249696">
                  <a:moveTo>
                    <a:pt x="0" y="0"/>
                  </a:moveTo>
                  <a:lnTo>
                    <a:pt x="0" y="2496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2156482" y="311934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2224177" y="304145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2230947" y="3041453"/>
              <a:ext cx="0" cy="257991"/>
            </a:xfrm>
            <a:custGeom>
              <a:avLst/>
              <a:gdLst/>
              <a:ahLst/>
              <a:cxnLst/>
              <a:rect l="0" t="0" r="0" b="0"/>
              <a:pathLst>
                <a:path h="257991">
                  <a:moveTo>
                    <a:pt x="0" y="0"/>
                  </a:moveTo>
                  <a:lnTo>
                    <a:pt x="0" y="25799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2224177" y="329944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2291873" y="318248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2298643" y="3182486"/>
              <a:ext cx="0" cy="182223"/>
            </a:xfrm>
            <a:custGeom>
              <a:avLst/>
              <a:gdLst/>
              <a:ahLst/>
              <a:cxnLst/>
              <a:rect l="0" t="0" r="0" b="0"/>
              <a:pathLst>
                <a:path h="182223">
                  <a:moveTo>
                    <a:pt x="0" y="0"/>
                  </a:moveTo>
                  <a:lnTo>
                    <a:pt x="0" y="1822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2291873" y="3364709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2359569" y="316032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2366338" y="3160326"/>
              <a:ext cx="0" cy="286323"/>
            </a:xfrm>
            <a:custGeom>
              <a:avLst/>
              <a:gdLst/>
              <a:ahLst/>
              <a:cxnLst/>
              <a:rect l="0" t="0" r="0" b="0"/>
              <a:pathLst>
                <a:path h="286323">
                  <a:moveTo>
                    <a:pt x="0" y="0"/>
                  </a:moveTo>
                  <a:lnTo>
                    <a:pt x="0" y="2863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2359569" y="3446649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310288" y="1208751"/>
              <a:ext cx="1096667" cy="2344464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tx90"/>
            <p:cNvSpPr/>
            <p:nvPr/>
          </p:nvSpPr>
          <p:spPr>
            <a:xfrm>
              <a:off x="1148262" y="3001421"/>
              <a:ext cx="9939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185478" y="2374662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185478" y="1747904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1275493" y="30414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1275493" y="24146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1275493" y="178790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1350905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1418600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1486296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1553991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1621687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689383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757078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824774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892469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960165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2027860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095556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163251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230947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298643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366338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tx112"/>
            <p:cNvSpPr/>
            <p:nvPr/>
          </p:nvSpPr>
          <p:spPr>
            <a:xfrm rot="-5400000">
              <a:off x="536664" y="2330966"/>
              <a:ext cx="9946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 fold change</a:t>
              </a:r>
            </a:p>
          </p:txBody>
        </p:sp>
        <p:sp>
          <p:nvSpPr>
            <p:cNvPr id="113" name="rc113"/>
            <p:cNvSpPr/>
            <p:nvPr/>
          </p:nvSpPr>
          <p:spPr>
            <a:xfrm>
              <a:off x="2546133" y="2091939"/>
              <a:ext cx="1956276" cy="5780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2615723" y="216152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2624723" y="2170528"/>
              <a:ext cx="201456" cy="201455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2615723" y="2380984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2624723" y="2389984"/>
              <a:ext cx="201456" cy="201456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8"/>
            <p:cNvSpPr/>
            <p:nvPr/>
          </p:nvSpPr>
          <p:spPr>
            <a:xfrm>
              <a:off x="2904768" y="2231251"/>
              <a:ext cx="144712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LFC (more in latrine)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04768" y="2450707"/>
              <a:ext cx="152805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Negative LFC (more in control)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738116" y="983989"/>
              <a:ext cx="224101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Wet season Latrine vs Control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C120F120-CC08-6D45-EE31-ACBD47B42FC9}"/>
              </a:ext>
            </a:extLst>
          </p:cNvPr>
          <p:cNvSpPr txBox="1"/>
          <p:nvPr/>
        </p:nvSpPr>
        <p:spPr>
          <a:xfrm>
            <a:off x="1115616" y="260648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agglomerated genus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10288" y="1208751"/>
              <a:ext cx="1096667" cy="23444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10288" y="2994011"/>
              <a:ext cx="1096667" cy="0"/>
            </a:xfrm>
            <a:custGeom>
              <a:avLst/>
              <a:pathLst>
                <a:path w="1096667" h="0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10288" y="2382872"/>
              <a:ext cx="1096667" cy="0"/>
            </a:xfrm>
            <a:custGeom>
              <a:avLst/>
              <a:pathLst>
                <a:path w="1096667" h="0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10288" y="1771733"/>
              <a:ext cx="1096667" cy="0"/>
            </a:xfrm>
            <a:custGeom>
              <a:avLst/>
              <a:pathLst>
                <a:path w="1096667" h="0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33621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72510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11399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50288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89177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528066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566954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05843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44732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83621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722510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761399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00288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39177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78066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16955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955844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994733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033622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072511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111400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150288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189177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28066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66955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05844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44733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383622" y="1208751"/>
              <a:ext cx="0" cy="2344464"/>
            </a:xfrm>
            <a:custGeom>
              <a:avLst/>
              <a:pathLst>
                <a:path w="0"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320010" y="1414788"/>
              <a:ext cx="27222" cy="96808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58899" y="1477214"/>
              <a:ext cx="27222" cy="905657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397788" y="1547580"/>
              <a:ext cx="27222" cy="835291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436677" y="1733015"/>
              <a:ext cx="27222" cy="649856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475565" y="1737577"/>
              <a:ext cx="27222" cy="64529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14454" y="1743383"/>
              <a:ext cx="27222" cy="639488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53343" y="1754376"/>
              <a:ext cx="27222" cy="628495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92232" y="1794575"/>
              <a:ext cx="27222" cy="588296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631121" y="1876032"/>
              <a:ext cx="27222" cy="506839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670010" y="1876546"/>
              <a:ext cx="27222" cy="506325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708899" y="1907310"/>
              <a:ext cx="27222" cy="475561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747788" y="1909004"/>
              <a:ext cx="27222" cy="473867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86677" y="1919884"/>
              <a:ext cx="27222" cy="462987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825566" y="1946941"/>
              <a:ext cx="27222" cy="435930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864455" y="2011845"/>
              <a:ext cx="27222" cy="371026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903344" y="2034130"/>
              <a:ext cx="27222" cy="348742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942233" y="2382872"/>
              <a:ext cx="27222" cy="360929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981122" y="2382872"/>
              <a:ext cx="27222" cy="480322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020011" y="2382872"/>
              <a:ext cx="27222" cy="521299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058899" y="2382872"/>
              <a:ext cx="27222" cy="525842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097788" y="2382872"/>
              <a:ext cx="27222" cy="526382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136677" y="2382872"/>
              <a:ext cx="27222" cy="692310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175566" y="2382872"/>
              <a:ext cx="27222" cy="695228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214455" y="2382872"/>
              <a:ext cx="27222" cy="728719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253344" y="2382872"/>
              <a:ext cx="27222" cy="739211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292233" y="2382872"/>
              <a:ext cx="27222" cy="804173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331122" y="2382872"/>
              <a:ext cx="27222" cy="826887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370011" y="2382872"/>
              <a:ext cx="27222" cy="954337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329732" y="131531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333621" y="1315318"/>
              <a:ext cx="0" cy="198939"/>
            </a:xfrm>
            <a:custGeom>
              <a:avLst/>
              <a:pathLst>
                <a:path w="0" h="198939">
                  <a:moveTo>
                    <a:pt x="0" y="0"/>
                  </a:moveTo>
                  <a:lnTo>
                    <a:pt x="0" y="19893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329732" y="151425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368621" y="139452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372510" y="1394528"/>
              <a:ext cx="0" cy="165371"/>
            </a:xfrm>
            <a:custGeom>
              <a:avLst/>
              <a:pathLst>
                <a:path w="0" h="165371">
                  <a:moveTo>
                    <a:pt x="0" y="0"/>
                  </a:moveTo>
                  <a:lnTo>
                    <a:pt x="0" y="1653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368621" y="155990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407510" y="146897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411399" y="1468979"/>
              <a:ext cx="0" cy="157202"/>
            </a:xfrm>
            <a:custGeom>
              <a:avLst/>
              <a:pathLst>
                <a:path w="0" h="157202">
                  <a:moveTo>
                    <a:pt x="0" y="0"/>
                  </a:moveTo>
                  <a:lnTo>
                    <a:pt x="0" y="1572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407510" y="162618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446399" y="1655197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450288" y="1655197"/>
              <a:ext cx="0" cy="155636"/>
            </a:xfrm>
            <a:custGeom>
              <a:avLst/>
              <a:pathLst>
                <a:path w="0" h="155636">
                  <a:moveTo>
                    <a:pt x="0" y="0"/>
                  </a:moveTo>
                  <a:lnTo>
                    <a:pt x="0" y="1556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446399" y="181083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485288" y="1657451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489177" y="1657451"/>
              <a:ext cx="0" cy="160250"/>
            </a:xfrm>
            <a:custGeom>
              <a:avLst/>
              <a:pathLst>
                <a:path w="0" h="160250">
                  <a:moveTo>
                    <a:pt x="0" y="0"/>
                  </a:moveTo>
                  <a:lnTo>
                    <a:pt x="0" y="16025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485288" y="181770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524177" y="164290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528066" y="1642909"/>
              <a:ext cx="0" cy="200947"/>
            </a:xfrm>
            <a:custGeom>
              <a:avLst/>
              <a:pathLst>
                <a:path w="0" h="200947">
                  <a:moveTo>
                    <a:pt x="0" y="0"/>
                  </a:moveTo>
                  <a:lnTo>
                    <a:pt x="0" y="20094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524177" y="1843857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563066" y="167367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566954" y="1673679"/>
              <a:ext cx="0" cy="161394"/>
            </a:xfrm>
            <a:custGeom>
              <a:avLst/>
              <a:pathLst>
                <a:path w="0" h="161394">
                  <a:moveTo>
                    <a:pt x="0" y="0"/>
                  </a:moveTo>
                  <a:lnTo>
                    <a:pt x="0" y="1613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563066" y="183507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1601955" y="1694234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1605843" y="1694234"/>
              <a:ext cx="0" cy="200681"/>
            </a:xfrm>
            <a:custGeom>
              <a:avLst/>
              <a:pathLst>
                <a:path w="0" h="200681">
                  <a:moveTo>
                    <a:pt x="0" y="0"/>
                  </a:moveTo>
                  <a:lnTo>
                    <a:pt x="0" y="2006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601955" y="1894916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1640843" y="1793711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1644732" y="1793711"/>
              <a:ext cx="0" cy="164642"/>
            </a:xfrm>
            <a:custGeom>
              <a:avLst/>
              <a:pathLst>
                <a:path w="0" h="164642">
                  <a:moveTo>
                    <a:pt x="0" y="0"/>
                  </a:moveTo>
                  <a:lnTo>
                    <a:pt x="0" y="16464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640843" y="195835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1679732" y="177790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683621" y="1777900"/>
              <a:ext cx="0" cy="197291"/>
            </a:xfrm>
            <a:custGeom>
              <a:avLst/>
              <a:pathLst>
                <a:path w="0" h="197291">
                  <a:moveTo>
                    <a:pt x="0" y="0"/>
                  </a:moveTo>
                  <a:lnTo>
                    <a:pt x="0" y="19729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1679732" y="197519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718621" y="1834981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1722510" y="1834981"/>
              <a:ext cx="0" cy="144659"/>
            </a:xfrm>
            <a:custGeom>
              <a:avLst/>
              <a:pathLst>
                <a:path w="0" h="144659">
                  <a:moveTo>
                    <a:pt x="0" y="0"/>
                  </a:moveTo>
                  <a:lnTo>
                    <a:pt x="0" y="1446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1718621" y="197964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1757510" y="1823335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1761399" y="1823335"/>
              <a:ext cx="0" cy="171337"/>
            </a:xfrm>
            <a:custGeom>
              <a:avLst/>
              <a:pathLst>
                <a:path w="0" h="171337">
                  <a:moveTo>
                    <a:pt x="0" y="0"/>
                  </a:moveTo>
                  <a:lnTo>
                    <a:pt x="0" y="1713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1757510" y="199467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796399" y="181994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800288" y="1819949"/>
              <a:ext cx="0" cy="199871"/>
            </a:xfrm>
            <a:custGeom>
              <a:avLst/>
              <a:pathLst>
                <a:path w="0" h="199871">
                  <a:moveTo>
                    <a:pt x="0" y="0"/>
                  </a:moveTo>
                  <a:lnTo>
                    <a:pt x="0" y="1998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796399" y="201982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835288" y="184858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839177" y="1848580"/>
              <a:ext cx="0" cy="196721"/>
            </a:xfrm>
            <a:custGeom>
              <a:avLst/>
              <a:pathLst>
                <a:path w="0" h="196721">
                  <a:moveTo>
                    <a:pt x="0" y="0"/>
                  </a:moveTo>
                  <a:lnTo>
                    <a:pt x="0" y="1967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835288" y="204530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874177" y="194170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878066" y="1941708"/>
              <a:ext cx="0" cy="140274"/>
            </a:xfrm>
            <a:custGeom>
              <a:avLst/>
              <a:pathLst>
                <a:path w="0" h="140274">
                  <a:moveTo>
                    <a:pt x="0" y="0"/>
                  </a:moveTo>
                  <a:lnTo>
                    <a:pt x="0" y="14027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874177" y="208198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913066" y="1970017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916955" y="1970017"/>
              <a:ext cx="0" cy="128224"/>
            </a:xfrm>
            <a:custGeom>
              <a:avLst/>
              <a:pathLst>
                <a:path w="0" h="128224">
                  <a:moveTo>
                    <a:pt x="0" y="0"/>
                  </a:moveTo>
                  <a:lnTo>
                    <a:pt x="0" y="1282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913066" y="209824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951955" y="265607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955844" y="2656073"/>
              <a:ext cx="0" cy="175457"/>
            </a:xfrm>
            <a:custGeom>
              <a:avLst/>
              <a:pathLst>
                <a:path w="0" h="175457">
                  <a:moveTo>
                    <a:pt x="0" y="0"/>
                  </a:moveTo>
                  <a:lnTo>
                    <a:pt x="0" y="17545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951955" y="283153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990844" y="275345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994733" y="2753452"/>
              <a:ext cx="0" cy="219483"/>
            </a:xfrm>
            <a:custGeom>
              <a:avLst/>
              <a:pathLst>
                <a:path w="0" h="219483">
                  <a:moveTo>
                    <a:pt x="0" y="0"/>
                  </a:moveTo>
                  <a:lnTo>
                    <a:pt x="0" y="21948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990844" y="2972936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029733" y="278848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033622" y="2788489"/>
              <a:ext cx="0" cy="231365"/>
            </a:xfrm>
            <a:custGeom>
              <a:avLst/>
              <a:pathLst>
                <a:path w="0" h="231365">
                  <a:moveTo>
                    <a:pt x="0" y="0"/>
                  </a:moveTo>
                  <a:lnTo>
                    <a:pt x="0" y="23136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029733" y="3019854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068622" y="2808660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072511" y="2808660"/>
              <a:ext cx="0" cy="200107"/>
            </a:xfrm>
            <a:custGeom>
              <a:avLst/>
              <a:pathLst>
                <a:path w="0" h="200107">
                  <a:moveTo>
                    <a:pt x="0" y="0"/>
                  </a:moveTo>
                  <a:lnTo>
                    <a:pt x="0" y="20010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068622" y="300876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107511" y="2819136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111400" y="2819136"/>
              <a:ext cx="0" cy="180236"/>
            </a:xfrm>
            <a:custGeom>
              <a:avLst/>
              <a:pathLst>
                <a:path w="0" h="180236">
                  <a:moveTo>
                    <a:pt x="0" y="0"/>
                  </a:moveTo>
                  <a:lnTo>
                    <a:pt x="0" y="1802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107511" y="299937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146400" y="2951707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150288" y="2951707"/>
              <a:ext cx="0" cy="246950"/>
            </a:xfrm>
            <a:custGeom>
              <a:avLst/>
              <a:pathLst>
                <a:path w="0" h="246950">
                  <a:moveTo>
                    <a:pt x="0" y="0"/>
                  </a:moveTo>
                  <a:lnTo>
                    <a:pt x="0" y="24695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146400" y="319865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185288" y="2955431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189177" y="2955431"/>
              <a:ext cx="0" cy="245337"/>
            </a:xfrm>
            <a:custGeom>
              <a:avLst/>
              <a:pathLst>
                <a:path w="0" h="245337">
                  <a:moveTo>
                    <a:pt x="0" y="0"/>
                  </a:moveTo>
                  <a:lnTo>
                    <a:pt x="0" y="2453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185288" y="320076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224177" y="3008724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228066" y="3008724"/>
              <a:ext cx="0" cy="205735"/>
            </a:xfrm>
            <a:custGeom>
              <a:avLst/>
              <a:pathLst>
                <a:path w="0" h="205735">
                  <a:moveTo>
                    <a:pt x="0" y="0"/>
                  </a:moveTo>
                  <a:lnTo>
                    <a:pt x="0" y="20573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224177" y="321445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263066" y="3029097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266955" y="3029097"/>
              <a:ext cx="0" cy="185971"/>
            </a:xfrm>
            <a:custGeom>
              <a:avLst/>
              <a:pathLst>
                <a:path w="0" h="185971">
                  <a:moveTo>
                    <a:pt x="0" y="0"/>
                  </a:moveTo>
                  <a:lnTo>
                    <a:pt x="0" y="1859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263066" y="3215068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301955" y="3101357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305844" y="3101357"/>
              <a:ext cx="0" cy="171376"/>
            </a:xfrm>
            <a:custGeom>
              <a:avLst/>
              <a:pathLst>
                <a:path w="0" h="171376">
                  <a:moveTo>
                    <a:pt x="0" y="0"/>
                  </a:moveTo>
                  <a:lnTo>
                    <a:pt x="0" y="17137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301955" y="3272733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340844" y="3072982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344733" y="3072982"/>
              <a:ext cx="0" cy="273553"/>
            </a:xfrm>
            <a:custGeom>
              <a:avLst/>
              <a:pathLst>
                <a:path w="0" h="273553">
                  <a:moveTo>
                    <a:pt x="0" y="0"/>
                  </a:moveTo>
                  <a:lnTo>
                    <a:pt x="0" y="27355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340844" y="3346536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379733" y="322776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383622" y="3227769"/>
              <a:ext cx="0" cy="218880"/>
            </a:xfrm>
            <a:custGeom>
              <a:avLst/>
              <a:pathLst>
                <a:path w="0" h="218880">
                  <a:moveTo>
                    <a:pt x="0" y="0"/>
                  </a:moveTo>
                  <a:lnTo>
                    <a:pt x="0" y="21888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379733" y="3446649"/>
              <a:ext cx="7777" cy="0"/>
            </a:xfrm>
            <a:custGeom>
              <a:avLst/>
              <a:pathLst>
                <a:path w="7777" h="0">
                  <a:moveTo>
                    <a:pt x="0" y="0"/>
                  </a:moveTo>
                  <a:lnTo>
                    <a:pt x="77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1310288" y="1208751"/>
              <a:ext cx="1096667" cy="2344464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1148262" y="2954006"/>
              <a:ext cx="9939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185478" y="234286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185478" y="1731728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3" name="pl153"/>
            <p:cNvSpPr/>
            <p:nvPr/>
          </p:nvSpPr>
          <p:spPr>
            <a:xfrm>
              <a:off x="1275493" y="29940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275493" y="23828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275493" y="17717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333621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372510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411399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450288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489177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528066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566954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605843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644732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683621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722510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761399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800288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839177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878066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916955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1955844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1994733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2033622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2072511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111400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2150288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2189177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2228066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266955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305844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2344733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383622" y="355321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 rot="-5400000">
              <a:off x="536664" y="2330966"/>
              <a:ext cx="9946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 fold change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2546133" y="2091939"/>
              <a:ext cx="1956276" cy="5780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2615723" y="216152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2624723" y="2170528"/>
              <a:ext cx="201456" cy="201455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2615723" y="2380984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2624723" y="2389984"/>
              <a:ext cx="201456" cy="201456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2904768" y="2231251"/>
              <a:ext cx="144712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LFC (more in latrine)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904768" y="2450707"/>
              <a:ext cx="152805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Negative LFC (more in control)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738116" y="983989"/>
              <a:ext cx="2241011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Wet season Latrine vs Control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</Words>
  <Application>Microsoft Office PowerPoint</Application>
  <PresentationFormat>On-screen Show (4:3)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4</cp:revision>
  <dcterms:created xsi:type="dcterms:W3CDTF">2017-02-13T16:18:36Z</dcterms:created>
  <dcterms:modified xsi:type="dcterms:W3CDTF">2026-03-31T10:14:50Z</dcterms:modified>
  <cp:category/>
</cp:coreProperties>
</file>